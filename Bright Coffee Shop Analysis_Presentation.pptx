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6" r:id="rId11"/>
    <p:sldId id="271" r:id="rId12"/>
    <p:sldId id="268" r:id="rId13"/>
    <p:sldId id="272" r:id="rId14"/>
    <p:sldId id="273" r:id="rId15"/>
    <p:sldId id="269" r:id="rId16"/>
    <p:sldId id="267" r:id="rId17"/>
    <p:sldId id="270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598E71-5154-4F27-AD4D-57981D413ADA}" v="124" dt="2025-11-02T14:11:18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divhudzannyi Tshibalo" userId="74139d9f7e795e8b" providerId="LiveId" clId="{4B2BDAEE-CDBC-4099-A083-B948554773A6}"/>
    <pc:docChg chg="undo custSel addSld delSld modSld">
      <pc:chgData name="Ndivhudzannyi Tshibalo" userId="74139d9f7e795e8b" providerId="LiveId" clId="{4B2BDAEE-CDBC-4099-A083-B948554773A6}" dt="2025-11-02T14:24:41.564" v="1588" actId="26606"/>
      <pc:docMkLst>
        <pc:docMk/>
      </pc:docMkLst>
      <pc:sldChg chg="modSp mod">
        <pc:chgData name="Ndivhudzannyi Tshibalo" userId="74139d9f7e795e8b" providerId="LiveId" clId="{4B2BDAEE-CDBC-4099-A083-B948554773A6}" dt="2025-10-31T09:21:00.928" v="6" actId="207"/>
        <pc:sldMkLst>
          <pc:docMk/>
          <pc:sldMk cId="1309952352" sldId="256"/>
        </pc:sldMkLst>
        <pc:spChg chg="mod">
          <ac:chgData name="Ndivhudzannyi Tshibalo" userId="74139d9f7e795e8b" providerId="LiveId" clId="{4B2BDAEE-CDBC-4099-A083-B948554773A6}" dt="2025-10-31T09:20:52.484" v="5" actId="207"/>
          <ac:spMkLst>
            <pc:docMk/>
            <pc:sldMk cId="1309952352" sldId="256"/>
            <ac:spMk id="2" creationId="{2A7940B7-51DC-21B6-1015-F3FF07EDEE15}"/>
          </ac:spMkLst>
        </pc:spChg>
        <pc:spChg chg="mod">
          <ac:chgData name="Ndivhudzannyi Tshibalo" userId="74139d9f7e795e8b" providerId="LiveId" clId="{4B2BDAEE-CDBC-4099-A083-B948554773A6}" dt="2025-10-31T09:21:00.928" v="6" actId="207"/>
          <ac:spMkLst>
            <pc:docMk/>
            <pc:sldMk cId="1309952352" sldId="256"/>
            <ac:spMk id="3" creationId="{0F4A2820-5B78-6D5F-AD7A-2E6A9C5AA1BB}"/>
          </ac:spMkLst>
        </pc:spChg>
      </pc:sldChg>
      <pc:sldChg chg="addSp delSp modSp mod setBg">
        <pc:chgData name="Ndivhudzannyi Tshibalo" userId="74139d9f7e795e8b" providerId="LiveId" clId="{4B2BDAEE-CDBC-4099-A083-B948554773A6}" dt="2025-11-01T09:29:13.501" v="154" actId="26606"/>
        <pc:sldMkLst>
          <pc:docMk/>
          <pc:sldMk cId="4122841687" sldId="257"/>
        </pc:sldMkLst>
        <pc:spChg chg="mod">
          <ac:chgData name="Ndivhudzannyi Tshibalo" userId="74139d9f7e795e8b" providerId="LiveId" clId="{4B2BDAEE-CDBC-4099-A083-B948554773A6}" dt="2025-11-01T09:29:13.501" v="154" actId="26606"/>
          <ac:spMkLst>
            <pc:docMk/>
            <pc:sldMk cId="4122841687" sldId="257"/>
            <ac:spMk id="2" creationId="{0260E634-4BAC-E4FB-14B9-479AC1ADEE6B}"/>
          </ac:spMkLst>
        </pc:spChg>
        <pc:spChg chg="del">
          <ac:chgData name="Ndivhudzannyi Tshibalo" userId="74139d9f7e795e8b" providerId="LiveId" clId="{4B2BDAEE-CDBC-4099-A083-B948554773A6}" dt="2025-11-01T09:29:13.501" v="154" actId="26606"/>
          <ac:spMkLst>
            <pc:docMk/>
            <pc:sldMk cId="4122841687" sldId="257"/>
            <ac:spMk id="3" creationId="{C7C54CE3-70C4-4990-0C19-C07DFBB5ED3C}"/>
          </ac:spMkLst>
        </pc:spChg>
        <pc:spChg chg="add">
          <ac:chgData name="Ndivhudzannyi Tshibalo" userId="74139d9f7e795e8b" providerId="LiveId" clId="{4B2BDAEE-CDBC-4099-A083-B948554773A6}" dt="2025-11-01T09:29:13.501" v="154" actId="26606"/>
          <ac:spMkLst>
            <pc:docMk/>
            <pc:sldMk cId="4122841687" sldId="257"/>
            <ac:spMk id="9" creationId="{BACC6370-2D7E-4714-9D71-7542949D7D5D}"/>
          </ac:spMkLst>
        </pc:spChg>
        <pc:spChg chg="add">
          <ac:chgData name="Ndivhudzannyi Tshibalo" userId="74139d9f7e795e8b" providerId="LiveId" clId="{4B2BDAEE-CDBC-4099-A083-B948554773A6}" dt="2025-11-01T09:29:13.501" v="154" actId="26606"/>
          <ac:spMkLst>
            <pc:docMk/>
            <pc:sldMk cId="4122841687" sldId="257"/>
            <ac:spMk id="11" creationId="{256B2C21-A230-48C0-8DF1-C46611373C44}"/>
          </ac:spMkLst>
        </pc:spChg>
        <pc:spChg chg="add">
          <ac:chgData name="Ndivhudzannyi Tshibalo" userId="74139d9f7e795e8b" providerId="LiveId" clId="{4B2BDAEE-CDBC-4099-A083-B948554773A6}" dt="2025-11-01T09:29:13.501" v="154" actId="26606"/>
          <ac:spMkLst>
            <pc:docMk/>
            <pc:sldMk cId="4122841687" sldId="257"/>
            <ac:spMk id="13" creationId="{3847E18C-932D-4C95-AABA-FEC7C9499AD7}"/>
          </ac:spMkLst>
        </pc:spChg>
        <pc:spChg chg="add">
          <ac:chgData name="Ndivhudzannyi Tshibalo" userId="74139d9f7e795e8b" providerId="LiveId" clId="{4B2BDAEE-CDBC-4099-A083-B948554773A6}" dt="2025-11-01T09:29:13.501" v="154" actId="26606"/>
          <ac:spMkLst>
            <pc:docMk/>
            <pc:sldMk cId="4122841687" sldId="257"/>
            <ac:spMk id="15" creationId="{3150CB11-0C61-439E-910F-5787759E72A0}"/>
          </ac:spMkLst>
        </pc:spChg>
        <pc:spChg chg="add">
          <ac:chgData name="Ndivhudzannyi Tshibalo" userId="74139d9f7e795e8b" providerId="LiveId" clId="{4B2BDAEE-CDBC-4099-A083-B948554773A6}" dt="2025-11-01T09:29:13.501" v="154" actId="26606"/>
          <ac:spMkLst>
            <pc:docMk/>
            <pc:sldMk cId="4122841687" sldId="257"/>
            <ac:spMk id="17" creationId="{43F8A58B-5155-44CE-A5FF-7647B47D0A7A}"/>
          </ac:spMkLst>
        </pc:spChg>
        <pc:spChg chg="add">
          <ac:chgData name="Ndivhudzannyi Tshibalo" userId="74139d9f7e795e8b" providerId="LiveId" clId="{4B2BDAEE-CDBC-4099-A083-B948554773A6}" dt="2025-11-01T09:29:13.501" v="154" actId="26606"/>
          <ac:spMkLst>
            <pc:docMk/>
            <pc:sldMk cId="4122841687" sldId="257"/>
            <ac:spMk id="19" creationId="{443F2ACA-E6D6-4028-82DD-F03C262D5DE6}"/>
          </ac:spMkLst>
        </pc:spChg>
        <pc:graphicFrameChg chg="add">
          <ac:chgData name="Ndivhudzannyi Tshibalo" userId="74139d9f7e795e8b" providerId="LiveId" clId="{4B2BDAEE-CDBC-4099-A083-B948554773A6}" dt="2025-11-01T09:29:13.501" v="154" actId="26606"/>
          <ac:graphicFrameMkLst>
            <pc:docMk/>
            <pc:sldMk cId="4122841687" sldId="257"/>
            <ac:graphicFrameMk id="5" creationId="{F90B482B-1A03-C096-114F-31236E5FBA36}"/>
          </ac:graphicFrameMkLst>
        </pc:graphicFrameChg>
      </pc:sldChg>
      <pc:sldChg chg="addSp delSp modSp mod setBg">
        <pc:chgData name="Ndivhudzannyi Tshibalo" userId="74139d9f7e795e8b" providerId="LiveId" clId="{4B2BDAEE-CDBC-4099-A083-B948554773A6}" dt="2025-11-02T11:27:43.758" v="419" actId="26606"/>
        <pc:sldMkLst>
          <pc:docMk/>
          <pc:sldMk cId="1064735987" sldId="258"/>
        </pc:sldMkLst>
        <pc:spChg chg="mod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2" creationId="{13514734-1D51-4F6C-B1C3-164F7F2905C5}"/>
          </ac:spMkLst>
        </pc:spChg>
        <pc:spChg chg="mod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3" creationId="{D4EEA604-77E7-9A98-FFB7-3C2A09BABFBA}"/>
          </ac:spMkLst>
        </pc:spChg>
        <pc:spChg chg="add del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8" creationId="{DEE2AD96-B495-4E06-9291-B71706F728CB}"/>
          </ac:spMkLst>
        </pc:spChg>
        <pc:spChg chg="add del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10" creationId="{53CF6D67-C5A8-4ADD-9E8E-1E38CA1D3166}"/>
          </ac:spMkLst>
        </pc:spChg>
        <pc:spChg chg="add del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12" creationId="{86909FA0-B515-4681-B7A8-FA281D133B94}"/>
          </ac:spMkLst>
        </pc:spChg>
        <pc:spChg chg="add del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14" creationId="{21C9FE86-FCC3-4A31-AA1C-C882262B7FE7}"/>
          </ac:spMkLst>
        </pc:spChg>
        <pc:spChg chg="add del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16" creationId="{7D96243B-ECED-4B71-8E06-AE9A285EAD20}"/>
          </ac:spMkLst>
        </pc:spChg>
        <pc:spChg chg="add del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18" creationId="{A09989E4-EFDC-4A90-A633-E0525FB4139E}"/>
          </ac:spMkLst>
        </pc:spChg>
        <pc:spChg chg="add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24" creationId="{C0763A76-9F1C-4FC5-82B7-DD475DA461B2}"/>
          </ac:spMkLst>
        </pc:spChg>
        <pc:spChg chg="add">
          <ac:chgData name="Ndivhudzannyi Tshibalo" userId="74139d9f7e795e8b" providerId="LiveId" clId="{4B2BDAEE-CDBC-4099-A083-B948554773A6}" dt="2025-11-02T11:27:43.758" v="419" actId="26606"/>
          <ac:spMkLst>
            <pc:docMk/>
            <pc:sldMk cId="1064735987" sldId="258"/>
            <ac:spMk id="26" creationId="{E81BF4F6-F2CF-4984-9D14-D6966D92F99F}"/>
          </ac:spMkLst>
        </pc:spChg>
      </pc:sldChg>
      <pc:sldChg chg="addSp modSp mod setBg">
        <pc:chgData name="Ndivhudzannyi Tshibalo" userId="74139d9f7e795e8b" providerId="LiveId" clId="{4B2BDAEE-CDBC-4099-A083-B948554773A6}" dt="2025-11-01T09:30:15.719" v="155" actId="26606"/>
        <pc:sldMkLst>
          <pc:docMk/>
          <pc:sldMk cId="3535105614" sldId="259"/>
        </pc:sldMkLst>
        <pc:spChg chg="mod">
          <ac:chgData name="Ndivhudzannyi Tshibalo" userId="74139d9f7e795e8b" providerId="LiveId" clId="{4B2BDAEE-CDBC-4099-A083-B948554773A6}" dt="2025-11-01T09:30:15.719" v="155" actId="26606"/>
          <ac:spMkLst>
            <pc:docMk/>
            <pc:sldMk cId="3535105614" sldId="259"/>
            <ac:spMk id="2" creationId="{65604FFA-400D-8D6C-F7A1-632E39B88114}"/>
          </ac:spMkLst>
        </pc:spChg>
        <pc:spChg chg="mod">
          <ac:chgData name="Ndivhudzannyi Tshibalo" userId="74139d9f7e795e8b" providerId="LiveId" clId="{4B2BDAEE-CDBC-4099-A083-B948554773A6}" dt="2025-11-01T09:30:15.719" v="155" actId="26606"/>
          <ac:spMkLst>
            <pc:docMk/>
            <pc:sldMk cId="3535105614" sldId="259"/>
            <ac:spMk id="3" creationId="{B8A56083-F3E4-F5CC-73AD-55C242F93BBA}"/>
          </ac:spMkLst>
        </pc:spChg>
        <pc:spChg chg="add">
          <ac:chgData name="Ndivhudzannyi Tshibalo" userId="74139d9f7e795e8b" providerId="LiveId" clId="{4B2BDAEE-CDBC-4099-A083-B948554773A6}" dt="2025-11-01T09:30:15.719" v="155" actId="26606"/>
          <ac:spMkLst>
            <pc:docMk/>
            <pc:sldMk cId="3535105614" sldId="259"/>
            <ac:spMk id="9" creationId="{2E17E911-875F-4DE5-8699-99D9F1805A5D}"/>
          </ac:spMkLst>
        </pc:spChg>
        <pc:spChg chg="add">
          <ac:chgData name="Ndivhudzannyi Tshibalo" userId="74139d9f7e795e8b" providerId="LiveId" clId="{4B2BDAEE-CDBC-4099-A083-B948554773A6}" dt="2025-11-01T09:30:15.719" v="155" actId="26606"/>
          <ac:spMkLst>
            <pc:docMk/>
            <pc:sldMk cId="3535105614" sldId="259"/>
            <ac:spMk id="11" creationId="{CD9FE4EF-C4D8-49A0-B2FF-81D8DB7D8A24}"/>
          </ac:spMkLst>
        </pc:spChg>
        <pc:spChg chg="add">
          <ac:chgData name="Ndivhudzannyi Tshibalo" userId="74139d9f7e795e8b" providerId="LiveId" clId="{4B2BDAEE-CDBC-4099-A083-B948554773A6}" dt="2025-11-01T09:30:15.719" v="155" actId="26606"/>
          <ac:spMkLst>
            <pc:docMk/>
            <pc:sldMk cId="3535105614" sldId="259"/>
            <ac:spMk id="13" creationId="{4300840D-0A0B-4512-BACA-B439D5B9C57C}"/>
          </ac:spMkLst>
        </pc:spChg>
        <pc:spChg chg="add">
          <ac:chgData name="Ndivhudzannyi Tshibalo" userId="74139d9f7e795e8b" providerId="LiveId" clId="{4B2BDAEE-CDBC-4099-A083-B948554773A6}" dt="2025-11-01T09:30:15.719" v="155" actId="26606"/>
          <ac:spMkLst>
            <pc:docMk/>
            <pc:sldMk cId="3535105614" sldId="259"/>
            <ac:spMk id="15" creationId="{D2B78728-A580-49A7-84F9-6EF6F583ADE0}"/>
          </ac:spMkLst>
        </pc:spChg>
        <pc:spChg chg="add">
          <ac:chgData name="Ndivhudzannyi Tshibalo" userId="74139d9f7e795e8b" providerId="LiveId" clId="{4B2BDAEE-CDBC-4099-A083-B948554773A6}" dt="2025-11-01T09:30:15.719" v="155" actId="26606"/>
          <ac:spMkLst>
            <pc:docMk/>
            <pc:sldMk cId="3535105614" sldId="259"/>
            <ac:spMk id="17" creationId="{38FAA1A1-D861-433F-88FA-1E9D6FD31D11}"/>
          </ac:spMkLst>
        </pc:spChg>
        <pc:spChg chg="add">
          <ac:chgData name="Ndivhudzannyi Tshibalo" userId="74139d9f7e795e8b" providerId="LiveId" clId="{4B2BDAEE-CDBC-4099-A083-B948554773A6}" dt="2025-11-01T09:30:15.719" v="155" actId="26606"/>
          <ac:spMkLst>
            <pc:docMk/>
            <pc:sldMk cId="3535105614" sldId="259"/>
            <ac:spMk id="19" creationId="{8D71EDA1-87BF-4D5D-AB79-F346FD19278A}"/>
          </ac:spMkLst>
        </pc:spChg>
        <pc:picChg chg="add">
          <ac:chgData name="Ndivhudzannyi Tshibalo" userId="74139d9f7e795e8b" providerId="LiveId" clId="{4B2BDAEE-CDBC-4099-A083-B948554773A6}" dt="2025-11-01T09:30:15.719" v="155" actId="26606"/>
          <ac:picMkLst>
            <pc:docMk/>
            <pc:sldMk cId="3535105614" sldId="259"/>
            <ac:picMk id="5" creationId="{287E49A2-2138-EC0C-71D6-C5F1B9F0BDA5}"/>
          </ac:picMkLst>
        </pc:picChg>
      </pc:sldChg>
      <pc:sldChg chg="addSp delSp modSp mod setBg">
        <pc:chgData name="Ndivhudzannyi Tshibalo" userId="74139d9f7e795e8b" providerId="LiveId" clId="{4B2BDAEE-CDBC-4099-A083-B948554773A6}" dt="2025-11-01T09:27:36.393" v="152" actId="26606"/>
        <pc:sldMkLst>
          <pc:docMk/>
          <pc:sldMk cId="3876078528" sldId="260"/>
        </pc:sldMkLst>
        <pc:spChg chg="mod">
          <ac:chgData name="Ndivhudzannyi Tshibalo" userId="74139d9f7e795e8b" providerId="LiveId" clId="{4B2BDAEE-CDBC-4099-A083-B948554773A6}" dt="2025-11-01T09:27:36.393" v="152" actId="26606"/>
          <ac:spMkLst>
            <pc:docMk/>
            <pc:sldMk cId="3876078528" sldId="260"/>
            <ac:spMk id="2" creationId="{106653AC-2774-FE4D-D9C8-A612FF988505}"/>
          </ac:spMkLst>
        </pc:spChg>
        <pc:spChg chg="del">
          <ac:chgData name="Ndivhudzannyi Tshibalo" userId="74139d9f7e795e8b" providerId="LiveId" clId="{4B2BDAEE-CDBC-4099-A083-B948554773A6}" dt="2025-11-01T09:27:36.393" v="152" actId="26606"/>
          <ac:spMkLst>
            <pc:docMk/>
            <pc:sldMk cId="3876078528" sldId="260"/>
            <ac:spMk id="3" creationId="{47446206-AAE7-FD07-6968-34B24B51C728}"/>
          </ac:spMkLst>
        </pc:spChg>
        <pc:spChg chg="add">
          <ac:chgData name="Ndivhudzannyi Tshibalo" userId="74139d9f7e795e8b" providerId="LiveId" clId="{4B2BDAEE-CDBC-4099-A083-B948554773A6}" dt="2025-11-01T09:27:36.393" v="152" actId="26606"/>
          <ac:spMkLst>
            <pc:docMk/>
            <pc:sldMk cId="3876078528" sldId="260"/>
            <ac:spMk id="9" creationId="{BACC6370-2D7E-4714-9D71-7542949D7D5D}"/>
          </ac:spMkLst>
        </pc:spChg>
        <pc:spChg chg="add">
          <ac:chgData name="Ndivhudzannyi Tshibalo" userId="74139d9f7e795e8b" providerId="LiveId" clId="{4B2BDAEE-CDBC-4099-A083-B948554773A6}" dt="2025-11-01T09:27:36.393" v="152" actId="26606"/>
          <ac:spMkLst>
            <pc:docMk/>
            <pc:sldMk cId="3876078528" sldId="260"/>
            <ac:spMk id="11" creationId="{F68B3F68-107C-434F-AA38-110D5EA91B85}"/>
          </ac:spMkLst>
        </pc:spChg>
        <pc:spChg chg="add">
          <ac:chgData name="Ndivhudzannyi Tshibalo" userId="74139d9f7e795e8b" providerId="LiveId" clId="{4B2BDAEE-CDBC-4099-A083-B948554773A6}" dt="2025-11-01T09:27:36.393" v="152" actId="26606"/>
          <ac:spMkLst>
            <pc:docMk/>
            <pc:sldMk cId="3876078528" sldId="260"/>
            <ac:spMk id="13" creationId="{AAD0DBB9-1A4B-4391-81D4-CB19F9AB918A}"/>
          </ac:spMkLst>
        </pc:spChg>
        <pc:spChg chg="add">
          <ac:chgData name="Ndivhudzannyi Tshibalo" userId="74139d9f7e795e8b" providerId="LiveId" clId="{4B2BDAEE-CDBC-4099-A083-B948554773A6}" dt="2025-11-01T09:27:36.393" v="152" actId="26606"/>
          <ac:spMkLst>
            <pc:docMk/>
            <pc:sldMk cId="3876078528" sldId="260"/>
            <ac:spMk id="15" creationId="{063BBA22-50EA-4C4D-BE05-F1CE4E63AA56}"/>
          </ac:spMkLst>
        </pc:spChg>
        <pc:graphicFrameChg chg="add">
          <ac:chgData name="Ndivhudzannyi Tshibalo" userId="74139d9f7e795e8b" providerId="LiveId" clId="{4B2BDAEE-CDBC-4099-A083-B948554773A6}" dt="2025-11-01T09:27:36.393" v="152" actId="26606"/>
          <ac:graphicFrameMkLst>
            <pc:docMk/>
            <pc:sldMk cId="3876078528" sldId="260"/>
            <ac:graphicFrameMk id="5" creationId="{2227FF2B-8472-340B-3000-E49EAAE40187}"/>
          </ac:graphicFrameMkLst>
        </pc:graphicFrameChg>
      </pc:sldChg>
      <pc:sldChg chg="addSp modSp mod setBg">
        <pc:chgData name="Ndivhudzannyi Tshibalo" userId="74139d9f7e795e8b" providerId="LiveId" clId="{4B2BDAEE-CDBC-4099-A083-B948554773A6}" dt="2025-11-01T09:26:54.642" v="151" actId="27918"/>
        <pc:sldMkLst>
          <pc:docMk/>
          <pc:sldMk cId="1502489224" sldId="261"/>
        </pc:sldMkLst>
        <pc:spChg chg="mod">
          <ac:chgData name="Ndivhudzannyi Tshibalo" userId="74139d9f7e795e8b" providerId="LiveId" clId="{4B2BDAEE-CDBC-4099-A083-B948554773A6}" dt="2025-11-01T09:26:54.622" v="150" actId="26606"/>
          <ac:spMkLst>
            <pc:docMk/>
            <pc:sldMk cId="1502489224" sldId="261"/>
            <ac:spMk id="2" creationId="{B5C80486-E71E-1EAB-6AD2-DA4EA5FDF598}"/>
          </ac:spMkLst>
        </pc:spChg>
        <pc:spChg chg="mod">
          <ac:chgData name="Ndivhudzannyi Tshibalo" userId="74139d9f7e795e8b" providerId="LiveId" clId="{4B2BDAEE-CDBC-4099-A083-B948554773A6}" dt="2025-11-01T09:26:54.622" v="150" actId="26606"/>
          <ac:spMkLst>
            <pc:docMk/>
            <pc:sldMk cId="1502489224" sldId="261"/>
            <ac:spMk id="3" creationId="{10D488C0-A950-17BD-705D-75F2CC6D7663}"/>
          </ac:spMkLst>
        </pc:spChg>
        <pc:spChg chg="add">
          <ac:chgData name="Ndivhudzannyi Tshibalo" userId="74139d9f7e795e8b" providerId="LiveId" clId="{4B2BDAEE-CDBC-4099-A083-B948554773A6}" dt="2025-11-01T09:26:54.622" v="150" actId="26606"/>
          <ac:spMkLst>
            <pc:docMk/>
            <pc:sldMk cId="1502489224" sldId="261"/>
            <ac:spMk id="9" creationId="{C4285719-470E-454C-AF62-8323075F1F5B}"/>
          </ac:spMkLst>
        </pc:spChg>
        <pc:spChg chg="add">
          <ac:chgData name="Ndivhudzannyi Tshibalo" userId="74139d9f7e795e8b" providerId="LiveId" clId="{4B2BDAEE-CDBC-4099-A083-B948554773A6}" dt="2025-11-01T09:26:54.622" v="150" actId="26606"/>
          <ac:spMkLst>
            <pc:docMk/>
            <pc:sldMk cId="1502489224" sldId="261"/>
            <ac:spMk id="11" creationId="{CD9FE4EF-C4D8-49A0-B2FF-81D8DB7D8A24}"/>
          </ac:spMkLst>
        </pc:spChg>
        <pc:spChg chg="add">
          <ac:chgData name="Ndivhudzannyi Tshibalo" userId="74139d9f7e795e8b" providerId="LiveId" clId="{4B2BDAEE-CDBC-4099-A083-B948554773A6}" dt="2025-11-01T09:26:54.622" v="150" actId="26606"/>
          <ac:spMkLst>
            <pc:docMk/>
            <pc:sldMk cId="1502489224" sldId="261"/>
            <ac:spMk id="13" creationId="{4300840D-0A0B-4512-BACA-B439D5B9C57C}"/>
          </ac:spMkLst>
        </pc:spChg>
        <pc:spChg chg="add">
          <ac:chgData name="Ndivhudzannyi Tshibalo" userId="74139d9f7e795e8b" providerId="LiveId" clId="{4B2BDAEE-CDBC-4099-A083-B948554773A6}" dt="2025-11-01T09:26:54.622" v="150" actId="26606"/>
          <ac:spMkLst>
            <pc:docMk/>
            <pc:sldMk cId="1502489224" sldId="261"/>
            <ac:spMk id="15" creationId="{D2B78728-A580-49A7-84F9-6EF6F583ADE0}"/>
          </ac:spMkLst>
        </pc:spChg>
        <pc:spChg chg="add">
          <ac:chgData name="Ndivhudzannyi Tshibalo" userId="74139d9f7e795e8b" providerId="LiveId" clId="{4B2BDAEE-CDBC-4099-A083-B948554773A6}" dt="2025-11-01T09:26:54.622" v="150" actId="26606"/>
          <ac:spMkLst>
            <pc:docMk/>
            <pc:sldMk cId="1502489224" sldId="261"/>
            <ac:spMk id="17" creationId="{38FAA1A1-D861-433F-88FA-1E9D6FD31D11}"/>
          </ac:spMkLst>
        </pc:spChg>
        <pc:spChg chg="add">
          <ac:chgData name="Ndivhudzannyi Tshibalo" userId="74139d9f7e795e8b" providerId="LiveId" clId="{4B2BDAEE-CDBC-4099-A083-B948554773A6}" dt="2025-11-01T09:26:54.622" v="150" actId="26606"/>
          <ac:spMkLst>
            <pc:docMk/>
            <pc:sldMk cId="1502489224" sldId="261"/>
            <ac:spMk id="19" creationId="{8D71EDA1-87BF-4D5D-AB79-F346FD19278A}"/>
          </ac:spMkLst>
        </pc:spChg>
        <pc:graphicFrameChg chg="add mod">
          <ac:chgData name="Ndivhudzannyi Tshibalo" userId="74139d9f7e795e8b" providerId="LiveId" clId="{4B2BDAEE-CDBC-4099-A083-B948554773A6}" dt="2025-11-01T09:26:54.622" v="150" actId="26606"/>
          <ac:graphicFrameMkLst>
            <pc:docMk/>
            <pc:sldMk cId="1502489224" sldId="261"/>
            <ac:graphicFrameMk id="4" creationId="{54D01CC4-D8B2-A4F2-A864-31499D847F19}"/>
          </ac:graphicFrameMkLst>
        </pc:graphicFrameChg>
      </pc:sldChg>
      <pc:sldChg chg="addSp delSp modSp new mod setBg">
        <pc:chgData name="Ndivhudzannyi Tshibalo" userId="74139d9f7e795e8b" providerId="LiveId" clId="{4B2BDAEE-CDBC-4099-A083-B948554773A6}" dt="2025-11-01T09:26:00.230" v="149" actId="26606"/>
        <pc:sldMkLst>
          <pc:docMk/>
          <pc:sldMk cId="1968495257" sldId="262"/>
        </pc:sldMkLst>
        <pc:spChg chg="mod">
          <ac:chgData name="Ndivhudzannyi Tshibalo" userId="74139d9f7e795e8b" providerId="LiveId" clId="{4B2BDAEE-CDBC-4099-A083-B948554773A6}" dt="2025-11-01T09:26:00.230" v="149" actId="26606"/>
          <ac:spMkLst>
            <pc:docMk/>
            <pc:sldMk cId="1968495257" sldId="262"/>
            <ac:spMk id="2" creationId="{98F28806-0570-100D-B368-7F07F076AC9A}"/>
          </ac:spMkLst>
        </pc:spChg>
        <pc:spChg chg="add del mod">
          <ac:chgData name="Ndivhudzannyi Tshibalo" userId="74139d9f7e795e8b" providerId="LiveId" clId="{4B2BDAEE-CDBC-4099-A083-B948554773A6}" dt="2025-11-01T09:26:00.230" v="149" actId="26606"/>
          <ac:spMkLst>
            <pc:docMk/>
            <pc:sldMk cId="1968495257" sldId="262"/>
            <ac:spMk id="3" creationId="{F93488CB-F982-A767-45AE-AE0483436F52}"/>
          </ac:spMkLst>
        </pc:spChg>
        <pc:spChg chg="add mod">
          <ac:chgData name="Ndivhudzannyi Tshibalo" userId="74139d9f7e795e8b" providerId="LiveId" clId="{4B2BDAEE-CDBC-4099-A083-B948554773A6}" dt="2025-11-01T09:16:38.111" v="119"/>
          <ac:spMkLst>
            <pc:docMk/>
            <pc:sldMk cId="1968495257" sldId="262"/>
            <ac:spMk id="4" creationId="{3D4EAB04-C7FD-8EBB-426B-0AB57361B22A}"/>
          </ac:spMkLst>
        </pc:spChg>
        <pc:spChg chg="add">
          <ac:chgData name="Ndivhudzannyi Tshibalo" userId="74139d9f7e795e8b" providerId="LiveId" clId="{4B2BDAEE-CDBC-4099-A083-B948554773A6}" dt="2025-11-01T09:26:00.230" v="149" actId="26606"/>
          <ac:spMkLst>
            <pc:docMk/>
            <pc:sldMk cId="1968495257" sldId="262"/>
            <ac:spMk id="9" creationId="{BACC6370-2D7E-4714-9D71-7542949D7D5D}"/>
          </ac:spMkLst>
        </pc:spChg>
        <pc:spChg chg="add">
          <ac:chgData name="Ndivhudzannyi Tshibalo" userId="74139d9f7e795e8b" providerId="LiveId" clId="{4B2BDAEE-CDBC-4099-A083-B948554773A6}" dt="2025-11-01T09:26:00.230" v="149" actId="26606"/>
          <ac:spMkLst>
            <pc:docMk/>
            <pc:sldMk cId="1968495257" sldId="262"/>
            <ac:spMk id="11" creationId="{256B2C21-A230-48C0-8DF1-C46611373C44}"/>
          </ac:spMkLst>
        </pc:spChg>
        <pc:spChg chg="add">
          <ac:chgData name="Ndivhudzannyi Tshibalo" userId="74139d9f7e795e8b" providerId="LiveId" clId="{4B2BDAEE-CDBC-4099-A083-B948554773A6}" dt="2025-11-01T09:26:00.230" v="149" actId="26606"/>
          <ac:spMkLst>
            <pc:docMk/>
            <pc:sldMk cId="1968495257" sldId="262"/>
            <ac:spMk id="13" creationId="{3847E18C-932D-4C95-AABA-FEC7C9499AD7}"/>
          </ac:spMkLst>
        </pc:spChg>
        <pc:spChg chg="add">
          <ac:chgData name="Ndivhudzannyi Tshibalo" userId="74139d9f7e795e8b" providerId="LiveId" clId="{4B2BDAEE-CDBC-4099-A083-B948554773A6}" dt="2025-11-01T09:26:00.230" v="149" actId="26606"/>
          <ac:spMkLst>
            <pc:docMk/>
            <pc:sldMk cId="1968495257" sldId="262"/>
            <ac:spMk id="15" creationId="{3150CB11-0C61-439E-910F-5787759E72A0}"/>
          </ac:spMkLst>
        </pc:spChg>
        <pc:spChg chg="add">
          <ac:chgData name="Ndivhudzannyi Tshibalo" userId="74139d9f7e795e8b" providerId="LiveId" clId="{4B2BDAEE-CDBC-4099-A083-B948554773A6}" dt="2025-11-01T09:26:00.230" v="149" actId="26606"/>
          <ac:spMkLst>
            <pc:docMk/>
            <pc:sldMk cId="1968495257" sldId="262"/>
            <ac:spMk id="17" creationId="{43F8A58B-5155-44CE-A5FF-7647B47D0A7A}"/>
          </ac:spMkLst>
        </pc:spChg>
        <pc:spChg chg="add">
          <ac:chgData name="Ndivhudzannyi Tshibalo" userId="74139d9f7e795e8b" providerId="LiveId" clId="{4B2BDAEE-CDBC-4099-A083-B948554773A6}" dt="2025-11-01T09:26:00.230" v="149" actId="26606"/>
          <ac:spMkLst>
            <pc:docMk/>
            <pc:sldMk cId="1968495257" sldId="262"/>
            <ac:spMk id="19" creationId="{443F2ACA-E6D6-4028-82DD-F03C262D5DE6}"/>
          </ac:spMkLst>
        </pc:spChg>
        <pc:graphicFrameChg chg="add">
          <ac:chgData name="Ndivhudzannyi Tshibalo" userId="74139d9f7e795e8b" providerId="LiveId" clId="{4B2BDAEE-CDBC-4099-A083-B948554773A6}" dt="2025-11-01T09:26:00.230" v="149" actId="26606"/>
          <ac:graphicFrameMkLst>
            <pc:docMk/>
            <pc:sldMk cId="1968495257" sldId="262"/>
            <ac:graphicFrameMk id="5" creationId="{62CAC0CF-4DB5-8D66-E7AF-8772FD1A2007}"/>
          </ac:graphicFrameMkLst>
        </pc:graphicFrameChg>
      </pc:sldChg>
      <pc:sldChg chg="addSp delSp modSp add del mod setBg">
        <pc:chgData name="Ndivhudzannyi Tshibalo" userId="74139d9f7e795e8b" providerId="LiveId" clId="{4B2BDAEE-CDBC-4099-A083-B948554773A6}" dt="2025-11-01T09:25:10.426" v="148" actId="2696"/>
        <pc:sldMkLst>
          <pc:docMk/>
          <pc:sldMk cId="2450070233" sldId="263"/>
        </pc:sldMkLst>
        <pc:spChg chg="mod">
          <ac:chgData name="Ndivhudzannyi Tshibalo" userId="74139d9f7e795e8b" providerId="LiveId" clId="{4B2BDAEE-CDBC-4099-A083-B948554773A6}" dt="2025-11-01T09:22:33.164" v="135" actId="26606"/>
          <ac:spMkLst>
            <pc:docMk/>
            <pc:sldMk cId="2450070233" sldId="263"/>
            <ac:spMk id="2" creationId="{F3882E63-C5DA-3C0E-52E4-8BEF697775DC}"/>
          </ac:spMkLst>
        </pc:spChg>
        <pc:spChg chg="del mod">
          <ac:chgData name="Ndivhudzannyi Tshibalo" userId="74139d9f7e795e8b" providerId="LiveId" clId="{4B2BDAEE-CDBC-4099-A083-B948554773A6}" dt="2025-11-01T09:22:17.265" v="134"/>
          <ac:spMkLst>
            <pc:docMk/>
            <pc:sldMk cId="2450070233" sldId="263"/>
            <ac:spMk id="3" creationId="{23569C6F-0CD4-250D-18FD-3A08CCAF30F9}"/>
          </ac:spMkLst>
        </pc:spChg>
        <pc:spChg chg="add mod">
          <ac:chgData name="Ndivhudzannyi Tshibalo" userId="74139d9f7e795e8b" providerId="LiveId" clId="{4B2BDAEE-CDBC-4099-A083-B948554773A6}" dt="2025-11-01T09:24:53.581" v="147" actId="478"/>
          <ac:spMkLst>
            <pc:docMk/>
            <pc:sldMk cId="2450070233" sldId="263"/>
            <ac:spMk id="6" creationId="{9F3F62A1-D42A-3728-C936-9671AA7A3637}"/>
          </ac:spMkLst>
        </pc:spChg>
        <pc:spChg chg="add del">
          <ac:chgData name="Ndivhudzannyi Tshibalo" userId="74139d9f7e795e8b" providerId="LiveId" clId="{4B2BDAEE-CDBC-4099-A083-B948554773A6}" dt="2025-11-01T09:22:56.824" v="138" actId="26606"/>
          <ac:spMkLst>
            <pc:docMk/>
            <pc:sldMk cId="2450070233" sldId="263"/>
            <ac:spMk id="9" creationId="{53B021B3-DE93-4AB7-8A18-CF5F1CED88B8}"/>
          </ac:spMkLst>
        </pc:spChg>
        <pc:spChg chg="add del">
          <ac:chgData name="Ndivhudzannyi Tshibalo" userId="74139d9f7e795e8b" providerId="LiveId" clId="{4B2BDAEE-CDBC-4099-A083-B948554773A6}" dt="2025-11-01T09:22:56.824" v="138" actId="26606"/>
          <ac:spMkLst>
            <pc:docMk/>
            <pc:sldMk cId="2450070233" sldId="263"/>
            <ac:spMk id="11" creationId="{52D502E5-F6B4-4D58-B4AE-FC466FF15EE8}"/>
          </ac:spMkLst>
        </pc:spChg>
        <pc:spChg chg="add del">
          <ac:chgData name="Ndivhudzannyi Tshibalo" userId="74139d9f7e795e8b" providerId="LiveId" clId="{4B2BDAEE-CDBC-4099-A083-B948554773A6}" dt="2025-11-01T09:22:56.824" v="138" actId="26606"/>
          <ac:spMkLst>
            <pc:docMk/>
            <pc:sldMk cId="2450070233" sldId="263"/>
            <ac:spMk id="13" creationId="{9DECDBF4-02B6-4BB4-B65B-B8107AD6A9E8}"/>
          </ac:spMkLst>
        </pc:spChg>
        <pc:spChg chg="add">
          <ac:chgData name="Ndivhudzannyi Tshibalo" userId="74139d9f7e795e8b" providerId="LiveId" clId="{4B2BDAEE-CDBC-4099-A083-B948554773A6}" dt="2025-11-01T09:22:56.824" v="138" actId="26606"/>
          <ac:spMkLst>
            <pc:docMk/>
            <pc:sldMk cId="2450070233" sldId="263"/>
            <ac:spMk id="18" creationId="{53B021B3-DE93-4AB7-8A18-CF5F1CED88B8}"/>
          </ac:spMkLst>
        </pc:spChg>
        <pc:spChg chg="add">
          <ac:chgData name="Ndivhudzannyi Tshibalo" userId="74139d9f7e795e8b" providerId="LiveId" clId="{4B2BDAEE-CDBC-4099-A083-B948554773A6}" dt="2025-11-01T09:22:56.824" v="138" actId="26606"/>
          <ac:spMkLst>
            <pc:docMk/>
            <pc:sldMk cId="2450070233" sldId="263"/>
            <ac:spMk id="20" creationId="{52D502E5-F6B4-4D58-B4AE-FC466FF15EE8}"/>
          </ac:spMkLst>
        </pc:spChg>
        <pc:spChg chg="add">
          <ac:chgData name="Ndivhudzannyi Tshibalo" userId="74139d9f7e795e8b" providerId="LiveId" clId="{4B2BDAEE-CDBC-4099-A083-B948554773A6}" dt="2025-11-01T09:22:56.824" v="138" actId="26606"/>
          <ac:spMkLst>
            <pc:docMk/>
            <pc:sldMk cId="2450070233" sldId="263"/>
            <ac:spMk id="22" creationId="{9DECDBF4-02B6-4BB4-B65B-B8107AD6A9E8}"/>
          </ac:spMkLst>
        </pc:spChg>
        <pc:graphicFrameChg chg="add del mod">
          <ac:chgData name="Ndivhudzannyi Tshibalo" userId="74139d9f7e795e8b" providerId="LiveId" clId="{4B2BDAEE-CDBC-4099-A083-B948554773A6}" dt="2025-11-01T09:24:53.581" v="147" actId="478"/>
          <ac:graphicFrameMkLst>
            <pc:docMk/>
            <pc:sldMk cId="2450070233" sldId="263"/>
            <ac:graphicFrameMk id="4" creationId="{C387DEF2-4DB5-1B20-B6A2-6FC3328FF0B6}"/>
          </ac:graphicFrameMkLst>
        </pc:graphicFrameChg>
      </pc:sldChg>
      <pc:sldChg chg="addSp delSp modSp new mod setBg">
        <pc:chgData name="Ndivhudzannyi Tshibalo" userId="74139d9f7e795e8b" providerId="LiveId" clId="{4B2BDAEE-CDBC-4099-A083-B948554773A6}" dt="2025-11-01T10:34:36.161" v="329" actId="26606"/>
        <pc:sldMkLst>
          <pc:docMk/>
          <pc:sldMk cId="3252787220" sldId="263"/>
        </pc:sldMkLst>
        <pc:spChg chg="mod">
          <ac:chgData name="Ndivhudzannyi Tshibalo" userId="74139d9f7e795e8b" providerId="LiveId" clId="{4B2BDAEE-CDBC-4099-A083-B948554773A6}" dt="2025-11-01T10:34:36.161" v="329" actId="26606"/>
          <ac:spMkLst>
            <pc:docMk/>
            <pc:sldMk cId="3252787220" sldId="263"/>
            <ac:spMk id="2" creationId="{72A77D80-B76F-E2EC-7F20-5704ADA44F04}"/>
          </ac:spMkLst>
        </pc:spChg>
        <pc:spChg chg="add del">
          <ac:chgData name="Ndivhudzannyi Tshibalo" userId="74139d9f7e795e8b" providerId="LiveId" clId="{4B2BDAEE-CDBC-4099-A083-B948554773A6}" dt="2025-11-01T09:37:59.896" v="216"/>
          <ac:spMkLst>
            <pc:docMk/>
            <pc:sldMk cId="3252787220" sldId="263"/>
            <ac:spMk id="3" creationId="{B7B38A9B-1C5E-BC14-911D-B34324F8374B}"/>
          </ac:spMkLst>
        </pc:spChg>
        <pc:spChg chg="add del">
          <ac:chgData name="Ndivhudzannyi Tshibalo" userId="74139d9f7e795e8b" providerId="LiveId" clId="{4B2BDAEE-CDBC-4099-A083-B948554773A6}" dt="2025-11-01T09:53:28.030" v="241" actId="26606"/>
          <ac:spMkLst>
            <pc:docMk/>
            <pc:sldMk cId="3252787220" sldId="263"/>
            <ac:spMk id="9" creationId="{53B021B3-DE93-4AB7-8A18-CF5F1CED88B8}"/>
          </ac:spMkLst>
        </pc:spChg>
        <pc:spChg chg="add del mod">
          <ac:chgData name="Ndivhudzannyi Tshibalo" userId="74139d9f7e795e8b" providerId="LiveId" clId="{4B2BDAEE-CDBC-4099-A083-B948554773A6}" dt="2025-11-01T10:33:27.482" v="328" actId="26606"/>
          <ac:spMkLst>
            <pc:docMk/>
            <pc:sldMk cId="3252787220" sldId="263"/>
            <ac:spMk id="10" creationId="{B7153D46-13B2-F92D-22F5-03061C87FE67}"/>
          </ac:spMkLst>
        </pc:spChg>
        <pc:spChg chg="add del">
          <ac:chgData name="Ndivhudzannyi Tshibalo" userId="74139d9f7e795e8b" providerId="LiveId" clId="{4B2BDAEE-CDBC-4099-A083-B948554773A6}" dt="2025-11-01T09:53:28.030" v="241" actId="26606"/>
          <ac:spMkLst>
            <pc:docMk/>
            <pc:sldMk cId="3252787220" sldId="263"/>
            <ac:spMk id="11" creationId="{52D502E5-F6B4-4D58-B4AE-FC466FF15EE8}"/>
          </ac:spMkLst>
        </pc:spChg>
        <pc:spChg chg="add del">
          <ac:chgData name="Ndivhudzannyi Tshibalo" userId="74139d9f7e795e8b" providerId="LiveId" clId="{4B2BDAEE-CDBC-4099-A083-B948554773A6}" dt="2025-11-01T09:53:28.030" v="241" actId="26606"/>
          <ac:spMkLst>
            <pc:docMk/>
            <pc:sldMk cId="3252787220" sldId="263"/>
            <ac:spMk id="13" creationId="{9DECDBF4-02B6-4BB4-B65B-B8107AD6A9E8}"/>
          </ac:spMkLst>
        </pc:spChg>
        <pc:spChg chg="add del">
          <ac:chgData name="Ndivhudzannyi Tshibalo" userId="74139d9f7e795e8b" providerId="LiveId" clId="{4B2BDAEE-CDBC-4099-A083-B948554773A6}" dt="2025-11-01T10:33:10.484" v="325" actId="26606"/>
          <ac:spMkLst>
            <pc:docMk/>
            <pc:sldMk cId="3252787220" sldId="263"/>
            <ac:spMk id="16" creationId="{53B021B3-DE93-4AB7-8A18-CF5F1CED88B8}"/>
          </ac:spMkLst>
        </pc:spChg>
        <pc:spChg chg="add del">
          <ac:chgData name="Ndivhudzannyi Tshibalo" userId="74139d9f7e795e8b" providerId="LiveId" clId="{4B2BDAEE-CDBC-4099-A083-B948554773A6}" dt="2025-11-01T10:33:10.484" v="325" actId="26606"/>
          <ac:spMkLst>
            <pc:docMk/>
            <pc:sldMk cId="3252787220" sldId="263"/>
            <ac:spMk id="18" creationId="{52D502E5-F6B4-4D58-B4AE-FC466FF15EE8}"/>
          </ac:spMkLst>
        </pc:spChg>
        <pc:spChg chg="add del">
          <ac:chgData name="Ndivhudzannyi Tshibalo" userId="74139d9f7e795e8b" providerId="LiveId" clId="{4B2BDAEE-CDBC-4099-A083-B948554773A6}" dt="2025-11-01T10:33:10.484" v="325" actId="26606"/>
          <ac:spMkLst>
            <pc:docMk/>
            <pc:sldMk cId="3252787220" sldId="263"/>
            <ac:spMk id="20" creationId="{9DECDBF4-02B6-4BB4-B65B-B8107AD6A9E8}"/>
          </ac:spMkLst>
        </pc:spChg>
        <pc:spChg chg="add del">
          <ac:chgData name="Ndivhudzannyi Tshibalo" userId="74139d9f7e795e8b" providerId="LiveId" clId="{4B2BDAEE-CDBC-4099-A083-B948554773A6}" dt="2025-11-01T10:33:27.464" v="327" actId="26606"/>
          <ac:spMkLst>
            <pc:docMk/>
            <pc:sldMk cId="3252787220" sldId="263"/>
            <ac:spMk id="24" creationId="{B7153D46-13B2-F92D-22F5-03061C87FE67}"/>
          </ac:spMkLst>
        </pc:spChg>
        <pc:spChg chg="add del">
          <ac:chgData name="Ndivhudzannyi Tshibalo" userId="74139d9f7e795e8b" providerId="LiveId" clId="{4B2BDAEE-CDBC-4099-A083-B948554773A6}" dt="2025-11-01T10:34:36.161" v="329" actId="26606"/>
          <ac:spMkLst>
            <pc:docMk/>
            <pc:sldMk cId="3252787220" sldId="263"/>
            <ac:spMk id="26" creationId="{7301F447-EEF7-48F5-AF73-7566EE7F64AD}"/>
          </ac:spMkLst>
        </pc:spChg>
        <pc:spChg chg="add del">
          <ac:chgData name="Ndivhudzannyi Tshibalo" userId="74139d9f7e795e8b" providerId="LiveId" clId="{4B2BDAEE-CDBC-4099-A083-B948554773A6}" dt="2025-11-01T10:34:36.161" v="329" actId="26606"/>
          <ac:spMkLst>
            <pc:docMk/>
            <pc:sldMk cId="3252787220" sldId="263"/>
            <ac:spMk id="27" creationId="{F7117410-A2A4-4085-9ADC-46744551DBDE}"/>
          </ac:spMkLst>
        </pc:spChg>
        <pc:spChg chg="add del">
          <ac:chgData name="Ndivhudzannyi Tshibalo" userId="74139d9f7e795e8b" providerId="LiveId" clId="{4B2BDAEE-CDBC-4099-A083-B948554773A6}" dt="2025-11-01T10:34:36.161" v="329" actId="26606"/>
          <ac:spMkLst>
            <pc:docMk/>
            <pc:sldMk cId="3252787220" sldId="263"/>
            <ac:spMk id="28" creationId="{99F74EB5-E547-4FB4-95F5-BCC788F3C4A0}"/>
          </ac:spMkLst>
        </pc:spChg>
        <pc:spChg chg="add">
          <ac:chgData name="Ndivhudzannyi Tshibalo" userId="74139d9f7e795e8b" providerId="LiveId" clId="{4B2BDAEE-CDBC-4099-A083-B948554773A6}" dt="2025-11-01T10:34:36.161" v="329" actId="26606"/>
          <ac:spMkLst>
            <pc:docMk/>
            <pc:sldMk cId="3252787220" sldId="263"/>
            <ac:spMk id="34" creationId="{BACC6370-2D7E-4714-9D71-7542949D7D5D}"/>
          </ac:spMkLst>
        </pc:spChg>
        <pc:spChg chg="add">
          <ac:chgData name="Ndivhudzannyi Tshibalo" userId="74139d9f7e795e8b" providerId="LiveId" clId="{4B2BDAEE-CDBC-4099-A083-B948554773A6}" dt="2025-11-01T10:34:36.161" v="329" actId="26606"/>
          <ac:spMkLst>
            <pc:docMk/>
            <pc:sldMk cId="3252787220" sldId="263"/>
            <ac:spMk id="36" creationId="{F68B3F68-107C-434F-AA38-110D5EA91B85}"/>
          </ac:spMkLst>
        </pc:spChg>
        <pc:spChg chg="add">
          <ac:chgData name="Ndivhudzannyi Tshibalo" userId="74139d9f7e795e8b" providerId="LiveId" clId="{4B2BDAEE-CDBC-4099-A083-B948554773A6}" dt="2025-11-01T10:34:36.161" v="329" actId="26606"/>
          <ac:spMkLst>
            <pc:docMk/>
            <pc:sldMk cId="3252787220" sldId="263"/>
            <ac:spMk id="38" creationId="{AAD0DBB9-1A4B-4391-81D4-CB19F9AB918A}"/>
          </ac:spMkLst>
        </pc:spChg>
        <pc:spChg chg="add">
          <ac:chgData name="Ndivhudzannyi Tshibalo" userId="74139d9f7e795e8b" providerId="LiveId" clId="{4B2BDAEE-CDBC-4099-A083-B948554773A6}" dt="2025-11-01T10:34:36.161" v="329" actId="26606"/>
          <ac:spMkLst>
            <pc:docMk/>
            <pc:sldMk cId="3252787220" sldId="263"/>
            <ac:spMk id="40" creationId="{063BBA22-50EA-4C4D-BE05-F1CE4E63AA56}"/>
          </ac:spMkLst>
        </pc:spChg>
        <pc:graphicFrameChg chg="add del mod">
          <ac:chgData name="Ndivhudzannyi Tshibalo" userId="74139d9f7e795e8b" providerId="LiveId" clId="{4B2BDAEE-CDBC-4099-A083-B948554773A6}" dt="2025-11-01T10:24:17.482" v="298" actId="478"/>
          <ac:graphicFrameMkLst>
            <pc:docMk/>
            <pc:sldMk cId="3252787220" sldId="263"/>
            <ac:graphicFrameMk id="4" creationId="{C387DEF2-4DB5-1B20-B6A2-6FC3328FF0B6}"/>
          </ac:graphicFrameMkLst>
        </pc:graphicFrameChg>
        <pc:graphicFrameChg chg="add mod">
          <ac:chgData name="Ndivhudzannyi Tshibalo" userId="74139d9f7e795e8b" providerId="LiveId" clId="{4B2BDAEE-CDBC-4099-A083-B948554773A6}" dt="2025-11-01T09:37:31.321" v="208"/>
          <ac:graphicFrameMkLst>
            <pc:docMk/>
            <pc:sldMk cId="3252787220" sldId="263"/>
            <ac:graphicFrameMk id="5" creationId="{60FADBC8-713C-5559-F4E8-D8D55ADEDDD6}"/>
          </ac:graphicFrameMkLst>
        </pc:graphicFrameChg>
        <pc:graphicFrameChg chg="add mod">
          <ac:chgData name="Ndivhudzannyi Tshibalo" userId="74139d9f7e795e8b" providerId="LiveId" clId="{4B2BDAEE-CDBC-4099-A083-B948554773A6}" dt="2025-11-01T09:42:36.981" v="222"/>
          <ac:graphicFrameMkLst>
            <pc:docMk/>
            <pc:sldMk cId="3252787220" sldId="263"/>
            <ac:graphicFrameMk id="6" creationId="{37D88E85-A078-8A38-4BF2-A8426E7996BA}"/>
          </ac:graphicFrameMkLst>
        </pc:graphicFrameChg>
        <pc:graphicFrameChg chg="add mod">
          <ac:chgData name="Ndivhudzannyi Tshibalo" userId="74139d9f7e795e8b" providerId="LiveId" clId="{4B2BDAEE-CDBC-4099-A083-B948554773A6}" dt="2025-11-01T09:43:10.564" v="227"/>
          <ac:graphicFrameMkLst>
            <pc:docMk/>
            <pc:sldMk cId="3252787220" sldId="263"/>
            <ac:graphicFrameMk id="7" creationId="{B7570E7A-0EE9-8A30-130E-662CA83A4479}"/>
          </ac:graphicFrameMkLst>
        </pc:graphicFrameChg>
        <pc:graphicFrameChg chg="add del">
          <ac:chgData name="Ndivhudzannyi Tshibalo" userId="74139d9f7e795e8b" providerId="LiveId" clId="{4B2BDAEE-CDBC-4099-A083-B948554773A6}" dt="2025-11-01T10:33:10.484" v="325" actId="26606"/>
          <ac:graphicFrameMkLst>
            <pc:docMk/>
            <pc:sldMk cId="3252787220" sldId="263"/>
            <ac:graphicFrameMk id="12" creationId="{BD61DD3F-B4BF-8284-1E06-AE0F3A1D5160}"/>
          </ac:graphicFrameMkLst>
        </pc:graphicFrameChg>
        <pc:graphicFrameChg chg="add mod modGraphic">
          <ac:chgData name="Ndivhudzannyi Tshibalo" userId="74139d9f7e795e8b" providerId="LiveId" clId="{4B2BDAEE-CDBC-4099-A083-B948554773A6}" dt="2025-11-01T10:34:36.161" v="329" actId="26606"/>
          <ac:graphicFrameMkLst>
            <pc:docMk/>
            <pc:sldMk cId="3252787220" sldId="263"/>
            <ac:graphicFrameMk id="29" creationId="{9628E6DE-2B73-2F45-59DC-1ADD19BF3A56}"/>
          </ac:graphicFrameMkLst>
        </pc:graphicFrameChg>
        <pc:picChg chg="add del">
          <ac:chgData name="Ndivhudzannyi Tshibalo" userId="74139d9f7e795e8b" providerId="LiveId" clId="{4B2BDAEE-CDBC-4099-A083-B948554773A6}" dt="2025-11-01T10:33:27.464" v="327" actId="26606"/>
          <ac:picMkLst>
            <pc:docMk/>
            <pc:sldMk cId="3252787220" sldId="263"/>
            <ac:picMk id="22" creationId="{ECB8DF8B-6224-AE1C-BCD7-8C1D9966FC2F}"/>
          </ac:picMkLst>
        </pc:picChg>
        <pc:cxnChg chg="add del">
          <ac:chgData name="Ndivhudzannyi Tshibalo" userId="74139d9f7e795e8b" providerId="LiveId" clId="{4B2BDAEE-CDBC-4099-A083-B948554773A6}" dt="2025-11-01T10:33:27.464" v="327" actId="26606"/>
          <ac:cxnSpMkLst>
            <pc:docMk/>
            <pc:sldMk cId="3252787220" sldId="263"/>
            <ac:cxnSpMk id="23" creationId="{1503BFE4-729B-D9D0-C17B-501E6AF1127A}"/>
          </ac:cxnSpMkLst>
        </pc:cxnChg>
      </pc:sldChg>
      <pc:sldChg chg="addSp delSp modSp new del mod">
        <pc:chgData name="Ndivhudzannyi Tshibalo" userId="74139d9f7e795e8b" providerId="LiveId" clId="{4B2BDAEE-CDBC-4099-A083-B948554773A6}" dt="2025-11-01T10:07:02.296" v="252" actId="2696"/>
        <pc:sldMkLst>
          <pc:docMk/>
          <pc:sldMk cId="2658873788" sldId="264"/>
        </pc:sldMkLst>
        <pc:spChg chg="del">
          <ac:chgData name="Ndivhudzannyi Tshibalo" userId="74139d9f7e795e8b" providerId="LiveId" clId="{4B2BDAEE-CDBC-4099-A083-B948554773A6}" dt="2025-11-01T09:57:24.724" v="244"/>
          <ac:spMkLst>
            <pc:docMk/>
            <pc:sldMk cId="2658873788" sldId="264"/>
            <ac:spMk id="4" creationId="{8795CC32-8DC0-BD78-199F-D015C6DE3CEC}"/>
          </ac:spMkLst>
        </pc:spChg>
        <pc:spChg chg="del">
          <ac:chgData name="Ndivhudzannyi Tshibalo" userId="74139d9f7e795e8b" providerId="LiveId" clId="{4B2BDAEE-CDBC-4099-A083-B948554773A6}" dt="2025-11-01T10:03:21.569" v="246"/>
          <ac:spMkLst>
            <pc:docMk/>
            <pc:sldMk cId="2658873788" sldId="264"/>
            <ac:spMk id="6" creationId="{697F1CCE-F6DD-601B-7EAD-D54BCA164FEB}"/>
          </ac:spMkLst>
        </pc:spChg>
        <pc:graphicFrameChg chg="add mod">
          <ac:chgData name="Ndivhudzannyi Tshibalo" userId="74139d9f7e795e8b" providerId="LiveId" clId="{4B2BDAEE-CDBC-4099-A083-B948554773A6}" dt="2025-11-01T09:57:24.724" v="244"/>
          <ac:graphicFrameMkLst>
            <pc:docMk/>
            <pc:sldMk cId="2658873788" sldId="264"/>
            <ac:graphicFrameMk id="7" creationId="{9AE8FE1A-226A-14AD-4FE1-BC757F6CBCA9}"/>
          </ac:graphicFrameMkLst>
        </pc:graphicFrameChg>
        <pc:graphicFrameChg chg="add mod">
          <ac:chgData name="Ndivhudzannyi Tshibalo" userId="74139d9f7e795e8b" providerId="LiveId" clId="{4B2BDAEE-CDBC-4099-A083-B948554773A6}" dt="2025-11-01T10:03:21.569" v="246"/>
          <ac:graphicFrameMkLst>
            <pc:docMk/>
            <pc:sldMk cId="2658873788" sldId="264"/>
            <ac:graphicFrameMk id="8" creationId="{59757494-5640-3059-9457-1DEFB4F0AA8A}"/>
          </ac:graphicFrameMkLst>
        </pc:graphicFrameChg>
      </pc:sldChg>
      <pc:sldChg chg="new del">
        <pc:chgData name="Ndivhudzannyi Tshibalo" userId="74139d9f7e795e8b" providerId="LiveId" clId="{4B2BDAEE-CDBC-4099-A083-B948554773A6}" dt="2025-11-01T10:06:30.659" v="250" actId="680"/>
        <pc:sldMkLst>
          <pc:docMk/>
          <pc:sldMk cId="1582360494" sldId="265"/>
        </pc:sldMkLst>
      </pc:sldChg>
      <pc:sldChg chg="new del">
        <pc:chgData name="Ndivhudzannyi Tshibalo" userId="74139d9f7e795e8b" providerId="LiveId" clId="{4B2BDAEE-CDBC-4099-A083-B948554773A6}" dt="2025-11-01T10:03:49.394" v="248" actId="680"/>
        <pc:sldMkLst>
          <pc:docMk/>
          <pc:sldMk cId="2813525670" sldId="265"/>
        </pc:sldMkLst>
      </pc:sldChg>
      <pc:sldChg chg="addSp delSp modSp new mod">
        <pc:chgData name="Ndivhudzannyi Tshibalo" userId="74139d9f7e795e8b" providerId="LiveId" clId="{4B2BDAEE-CDBC-4099-A083-B948554773A6}" dt="2025-11-01T10:11:23.517" v="297" actId="255"/>
        <pc:sldMkLst>
          <pc:docMk/>
          <pc:sldMk cId="4258756769" sldId="265"/>
        </pc:sldMkLst>
        <pc:spChg chg="mod">
          <ac:chgData name="Ndivhudzannyi Tshibalo" userId="74139d9f7e795e8b" providerId="LiveId" clId="{4B2BDAEE-CDBC-4099-A083-B948554773A6}" dt="2025-11-01T10:08:11.061" v="289" actId="255"/>
          <ac:spMkLst>
            <pc:docMk/>
            <pc:sldMk cId="4258756769" sldId="265"/>
            <ac:spMk id="2" creationId="{7B25D6E2-8F46-7DAA-918B-4DFF8F3CB75A}"/>
          </ac:spMkLst>
        </pc:spChg>
        <pc:spChg chg="del">
          <ac:chgData name="Ndivhudzannyi Tshibalo" userId="74139d9f7e795e8b" providerId="LiveId" clId="{4B2BDAEE-CDBC-4099-A083-B948554773A6}" dt="2025-11-01T10:09:03.280" v="291"/>
          <ac:spMkLst>
            <pc:docMk/>
            <pc:sldMk cId="4258756769" sldId="265"/>
            <ac:spMk id="3" creationId="{23C74E44-1E61-AE48-5A69-70C284A61EBD}"/>
          </ac:spMkLst>
        </pc:spChg>
        <pc:spChg chg="del">
          <ac:chgData name="Ndivhudzannyi Tshibalo" userId="74139d9f7e795e8b" providerId="LiveId" clId="{4B2BDAEE-CDBC-4099-A083-B948554773A6}" dt="2025-11-01T10:10:28.303" v="295"/>
          <ac:spMkLst>
            <pc:docMk/>
            <pc:sldMk cId="4258756769" sldId="265"/>
            <ac:spMk id="4" creationId="{9049F593-9789-EDC8-0135-668115107A4B}"/>
          </ac:spMkLst>
        </pc:spChg>
        <pc:graphicFrameChg chg="add mod">
          <ac:chgData name="Ndivhudzannyi Tshibalo" userId="74139d9f7e795e8b" providerId="LiveId" clId="{4B2BDAEE-CDBC-4099-A083-B948554773A6}" dt="2025-11-01T10:09:41.591" v="293" actId="255"/>
          <ac:graphicFrameMkLst>
            <pc:docMk/>
            <pc:sldMk cId="4258756769" sldId="265"/>
            <ac:graphicFrameMk id="5" creationId="{C387DEF2-4DB5-1B20-B6A2-6FC3328FF0B6}"/>
          </ac:graphicFrameMkLst>
        </pc:graphicFrameChg>
        <pc:graphicFrameChg chg="add mod">
          <ac:chgData name="Ndivhudzannyi Tshibalo" userId="74139d9f7e795e8b" providerId="LiveId" clId="{4B2BDAEE-CDBC-4099-A083-B948554773A6}" dt="2025-11-01T10:11:23.517" v="297" actId="255"/>
          <ac:graphicFrameMkLst>
            <pc:docMk/>
            <pc:sldMk cId="4258756769" sldId="265"/>
            <ac:graphicFrameMk id="6" creationId="{60FADBC8-713C-5559-F4E8-D8D55ADEDDD6}"/>
          </ac:graphicFrameMkLst>
        </pc:graphicFrameChg>
      </pc:sldChg>
      <pc:sldChg chg="addSp modSp add mod setBg">
        <pc:chgData name="Ndivhudzannyi Tshibalo" userId="74139d9f7e795e8b" providerId="LiveId" clId="{4B2BDAEE-CDBC-4099-A083-B948554773A6}" dt="2025-11-01T10:38:47.142" v="330" actId="26606"/>
        <pc:sldMkLst>
          <pc:docMk/>
          <pc:sldMk cId="3603482969" sldId="266"/>
        </pc:sldMkLst>
        <pc:spChg chg="mod">
          <ac:chgData name="Ndivhudzannyi Tshibalo" userId="74139d9f7e795e8b" providerId="LiveId" clId="{4B2BDAEE-CDBC-4099-A083-B948554773A6}" dt="2025-11-01T10:38:47.142" v="330" actId="26606"/>
          <ac:spMkLst>
            <pc:docMk/>
            <pc:sldMk cId="3603482969" sldId="266"/>
            <ac:spMk id="2" creationId="{EEF11E41-9A48-CA67-6782-8E4D2FBBC802}"/>
          </ac:spMkLst>
        </pc:spChg>
        <pc:spChg chg="mod">
          <ac:chgData name="Ndivhudzannyi Tshibalo" userId="74139d9f7e795e8b" providerId="LiveId" clId="{4B2BDAEE-CDBC-4099-A083-B948554773A6}" dt="2025-11-01T10:38:47.142" v="330" actId="26606"/>
          <ac:spMkLst>
            <pc:docMk/>
            <pc:sldMk cId="3603482969" sldId="266"/>
            <ac:spMk id="10" creationId="{B20C41D1-1F47-7955-35F2-DEB8CB2A23FA}"/>
          </ac:spMkLst>
        </pc:spChg>
        <pc:spChg chg="add">
          <ac:chgData name="Ndivhudzannyi Tshibalo" userId="74139d9f7e795e8b" providerId="LiveId" clId="{4B2BDAEE-CDBC-4099-A083-B948554773A6}" dt="2025-11-01T10:38:47.142" v="330" actId="26606"/>
          <ac:spMkLst>
            <pc:docMk/>
            <pc:sldMk cId="3603482969" sldId="266"/>
            <ac:spMk id="15" creationId="{907EF6B7-1338-4443-8C46-6A318D952DFD}"/>
          </ac:spMkLst>
        </pc:spChg>
        <pc:spChg chg="add">
          <ac:chgData name="Ndivhudzannyi Tshibalo" userId="74139d9f7e795e8b" providerId="LiveId" clId="{4B2BDAEE-CDBC-4099-A083-B948554773A6}" dt="2025-11-01T10:38:47.142" v="330" actId="26606"/>
          <ac:spMkLst>
            <pc:docMk/>
            <pc:sldMk cId="3603482969" sldId="266"/>
            <ac:spMk id="17" creationId="{DAAE4CDD-124C-4DCF-9584-B6033B545DD5}"/>
          </ac:spMkLst>
        </pc:spChg>
        <pc:spChg chg="add">
          <ac:chgData name="Ndivhudzannyi Tshibalo" userId="74139d9f7e795e8b" providerId="LiveId" clId="{4B2BDAEE-CDBC-4099-A083-B948554773A6}" dt="2025-11-01T10:38:47.142" v="330" actId="26606"/>
          <ac:spMkLst>
            <pc:docMk/>
            <pc:sldMk cId="3603482969" sldId="266"/>
            <ac:spMk id="19" creationId="{081E4A58-353D-44AE-B2FC-2A74E2E400F7}"/>
          </ac:spMkLst>
        </pc:spChg>
      </pc:sldChg>
      <pc:sldChg chg="addSp modSp new mod setBg">
        <pc:chgData name="Ndivhudzannyi Tshibalo" userId="74139d9f7e795e8b" providerId="LiveId" clId="{4B2BDAEE-CDBC-4099-A083-B948554773A6}" dt="2025-11-02T12:21:50.026" v="703" actId="26606"/>
        <pc:sldMkLst>
          <pc:docMk/>
          <pc:sldMk cId="3662554300" sldId="267"/>
        </pc:sldMkLst>
        <pc:spChg chg="mod">
          <ac:chgData name="Ndivhudzannyi Tshibalo" userId="74139d9f7e795e8b" providerId="LiveId" clId="{4B2BDAEE-CDBC-4099-A083-B948554773A6}" dt="2025-11-02T12:21:50.026" v="703" actId="26606"/>
          <ac:spMkLst>
            <pc:docMk/>
            <pc:sldMk cId="3662554300" sldId="267"/>
            <ac:spMk id="2" creationId="{01B401DF-9EF2-1728-F643-B919E894B500}"/>
          </ac:spMkLst>
        </pc:spChg>
        <pc:spChg chg="mod">
          <ac:chgData name="Ndivhudzannyi Tshibalo" userId="74139d9f7e795e8b" providerId="LiveId" clId="{4B2BDAEE-CDBC-4099-A083-B948554773A6}" dt="2025-11-02T12:21:50.026" v="703" actId="26606"/>
          <ac:spMkLst>
            <pc:docMk/>
            <pc:sldMk cId="3662554300" sldId="267"/>
            <ac:spMk id="3" creationId="{D43A301F-C5C3-8163-B924-FD71BA0B574F}"/>
          </ac:spMkLst>
        </pc:spChg>
        <pc:spChg chg="add">
          <ac:chgData name="Ndivhudzannyi Tshibalo" userId="74139d9f7e795e8b" providerId="LiveId" clId="{4B2BDAEE-CDBC-4099-A083-B948554773A6}" dt="2025-11-02T12:21:50.026" v="703" actId="26606"/>
          <ac:spMkLst>
            <pc:docMk/>
            <pc:sldMk cId="3662554300" sldId="267"/>
            <ac:spMk id="9" creationId="{9F7D5CDA-D291-4307-BF55-1381FED29634}"/>
          </ac:spMkLst>
        </pc:spChg>
        <pc:picChg chg="add">
          <ac:chgData name="Ndivhudzannyi Tshibalo" userId="74139d9f7e795e8b" providerId="LiveId" clId="{4B2BDAEE-CDBC-4099-A083-B948554773A6}" dt="2025-11-02T12:21:50.026" v="703" actId="26606"/>
          <ac:picMkLst>
            <pc:docMk/>
            <pc:sldMk cId="3662554300" sldId="267"/>
            <ac:picMk id="5" creationId="{7C577881-F6DE-EE04-F48B-20B198217286}"/>
          </ac:picMkLst>
        </pc:picChg>
      </pc:sldChg>
      <pc:sldChg chg="addSp delSp modSp new mod">
        <pc:chgData name="Ndivhudzannyi Tshibalo" userId="74139d9f7e795e8b" providerId="LiveId" clId="{4B2BDAEE-CDBC-4099-A083-B948554773A6}" dt="2025-11-01T10:45:53.463" v="381" actId="255"/>
        <pc:sldMkLst>
          <pc:docMk/>
          <pc:sldMk cId="1949382719" sldId="268"/>
        </pc:sldMkLst>
        <pc:spChg chg="mod">
          <ac:chgData name="Ndivhudzannyi Tshibalo" userId="74139d9f7e795e8b" providerId="LiveId" clId="{4B2BDAEE-CDBC-4099-A083-B948554773A6}" dt="2025-11-01T10:43:35.664" v="373" actId="255"/>
          <ac:spMkLst>
            <pc:docMk/>
            <pc:sldMk cId="1949382719" sldId="268"/>
            <ac:spMk id="2" creationId="{B692E404-D7C4-C6A2-8C2A-0C8A8D6722B7}"/>
          </ac:spMkLst>
        </pc:spChg>
        <pc:spChg chg="del">
          <ac:chgData name="Ndivhudzannyi Tshibalo" userId="74139d9f7e795e8b" providerId="LiveId" clId="{4B2BDAEE-CDBC-4099-A083-B948554773A6}" dt="2025-11-01T10:44:12.951" v="375"/>
          <ac:spMkLst>
            <pc:docMk/>
            <pc:sldMk cId="1949382719" sldId="268"/>
            <ac:spMk id="3" creationId="{AE55754E-8CB3-30A5-4C97-82125E5860DC}"/>
          </ac:spMkLst>
        </pc:spChg>
        <pc:spChg chg="add del">
          <ac:chgData name="Ndivhudzannyi Tshibalo" userId="74139d9f7e795e8b" providerId="LiveId" clId="{4B2BDAEE-CDBC-4099-A083-B948554773A6}" dt="2025-11-01T10:45:34.670" v="380"/>
          <ac:spMkLst>
            <pc:docMk/>
            <pc:sldMk cId="1949382719" sldId="268"/>
            <ac:spMk id="4" creationId="{984935C5-3867-F3E7-20E7-25E9CB00F91B}"/>
          </ac:spMkLst>
        </pc:spChg>
        <pc:graphicFrameChg chg="add mod">
          <ac:chgData name="Ndivhudzannyi Tshibalo" userId="74139d9f7e795e8b" providerId="LiveId" clId="{4B2BDAEE-CDBC-4099-A083-B948554773A6}" dt="2025-11-01T10:44:22.456" v="376" actId="255"/>
          <ac:graphicFrameMkLst>
            <pc:docMk/>
            <pc:sldMk cId="1949382719" sldId="268"/>
            <ac:graphicFrameMk id="5" creationId="{60FADBC8-713C-5559-F4E8-D8D55ADEDDD6}"/>
          </ac:graphicFrameMkLst>
        </pc:graphicFrameChg>
        <pc:graphicFrameChg chg="add mod">
          <ac:chgData name="Ndivhudzannyi Tshibalo" userId="74139d9f7e795e8b" providerId="LiveId" clId="{4B2BDAEE-CDBC-4099-A083-B948554773A6}" dt="2025-11-01T10:45:06.763" v="378"/>
          <ac:graphicFrameMkLst>
            <pc:docMk/>
            <pc:sldMk cId="1949382719" sldId="268"/>
            <ac:graphicFrameMk id="6" creationId="{9FB99972-A260-4C29-5A32-296BB37A53C9}"/>
          </ac:graphicFrameMkLst>
        </pc:graphicFrameChg>
        <pc:graphicFrameChg chg="add mod">
          <ac:chgData name="Ndivhudzannyi Tshibalo" userId="74139d9f7e795e8b" providerId="LiveId" clId="{4B2BDAEE-CDBC-4099-A083-B948554773A6}" dt="2025-11-01T10:45:53.463" v="381" actId="255"/>
          <ac:graphicFrameMkLst>
            <pc:docMk/>
            <pc:sldMk cId="1949382719" sldId="268"/>
            <ac:graphicFrameMk id="7" creationId="{6F201942-4953-A283-4564-C55BFB89A1C8}"/>
          </ac:graphicFrameMkLst>
        </pc:graphicFrameChg>
      </pc:sldChg>
      <pc:sldChg chg="addSp delSp modSp new mod">
        <pc:chgData name="Ndivhudzannyi Tshibalo" userId="74139d9f7e795e8b" providerId="LiveId" clId="{4B2BDAEE-CDBC-4099-A083-B948554773A6}" dt="2025-11-02T11:35:43.443" v="454" actId="255"/>
        <pc:sldMkLst>
          <pc:docMk/>
          <pc:sldMk cId="88793109" sldId="269"/>
        </pc:sldMkLst>
        <pc:spChg chg="mod">
          <ac:chgData name="Ndivhudzannyi Tshibalo" userId="74139d9f7e795e8b" providerId="LiveId" clId="{4B2BDAEE-CDBC-4099-A083-B948554773A6}" dt="2025-11-02T11:32:58.114" v="447" actId="255"/>
          <ac:spMkLst>
            <pc:docMk/>
            <pc:sldMk cId="88793109" sldId="269"/>
            <ac:spMk id="2" creationId="{ABAC2884-95C6-2AAA-FB85-96FF9A8D68B3}"/>
          </ac:spMkLst>
        </pc:spChg>
        <pc:spChg chg="del">
          <ac:chgData name="Ndivhudzannyi Tshibalo" userId="74139d9f7e795e8b" providerId="LiveId" clId="{4B2BDAEE-CDBC-4099-A083-B948554773A6}" dt="2025-11-02T11:33:33.985" v="449"/>
          <ac:spMkLst>
            <pc:docMk/>
            <pc:sldMk cId="88793109" sldId="269"/>
            <ac:spMk id="3" creationId="{FC04FDA6-154F-6EDB-4321-F5F6D23E6343}"/>
          </ac:spMkLst>
        </pc:spChg>
        <pc:spChg chg="del">
          <ac:chgData name="Ndivhudzannyi Tshibalo" userId="74139d9f7e795e8b" providerId="LiveId" clId="{4B2BDAEE-CDBC-4099-A083-B948554773A6}" dt="2025-11-02T11:35:27.406" v="453"/>
          <ac:spMkLst>
            <pc:docMk/>
            <pc:sldMk cId="88793109" sldId="269"/>
            <ac:spMk id="4" creationId="{B449BF04-DD2C-23E7-17D9-05B9FE2B580F}"/>
          </ac:spMkLst>
        </pc:spChg>
        <pc:graphicFrameChg chg="add mod">
          <ac:chgData name="Ndivhudzannyi Tshibalo" userId="74139d9f7e795e8b" providerId="LiveId" clId="{4B2BDAEE-CDBC-4099-A083-B948554773A6}" dt="2025-11-02T11:34:07.752" v="451" actId="255"/>
          <ac:graphicFrameMkLst>
            <pc:docMk/>
            <pc:sldMk cId="88793109" sldId="269"/>
            <ac:graphicFrameMk id="5" creationId="{9C4B5528-F907-C804-9FB4-03E26DB646DA}"/>
          </ac:graphicFrameMkLst>
        </pc:graphicFrameChg>
        <pc:graphicFrameChg chg="add mod">
          <ac:chgData name="Ndivhudzannyi Tshibalo" userId="74139d9f7e795e8b" providerId="LiveId" clId="{4B2BDAEE-CDBC-4099-A083-B948554773A6}" dt="2025-11-02T11:35:43.443" v="454" actId="255"/>
          <ac:graphicFrameMkLst>
            <pc:docMk/>
            <pc:sldMk cId="88793109" sldId="269"/>
            <ac:graphicFrameMk id="6" creationId="{17BF73FF-69B0-4DB0-1B40-9139A1993402}"/>
          </ac:graphicFrameMkLst>
        </pc:graphicFrameChg>
      </pc:sldChg>
      <pc:sldChg chg="addSp delSp modSp add mod setBg">
        <pc:chgData name="Ndivhudzannyi Tshibalo" userId="74139d9f7e795e8b" providerId="LiveId" clId="{4B2BDAEE-CDBC-4099-A083-B948554773A6}" dt="2025-11-02T12:25:03.332" v="708" actId="26606"/>
        <pc:sldMkLst>
          <pc:docMk/>
          <pc:sldMk cId="1980319869" sldId="270"/>
        </pc:sldMkLst>
        <pc:spChg chg="mod">
          <ac:chgData name="Ndivhudzannyi Tshibalo" userId="74139d9f7e795e8b" providerId="LiveId" clId="{4B2BDAEE-CDBC-4099-A083-B948554773A6}" dt="2025-11-02T12:25:03.332" v="708" actId="26606"/>
          <ac:spMkLst>
            <pc:docMk/>
            <pc:sldMk cId="1980319869" sldId="270"/>
            <ac:spMk id="2" creationId="{BC616E85-7F9C-2651-F285-FAB0581BDEF6}"/>
          </ac:spMkLst>
        </pc:spChg>
        <pc:spChg chg="del mod">
          <ac:chgData name="Ndivhudzannyi Tshibalo" userId="74139d9f7e795e8b" providerId="LiveId" clId="{4B2BDAEE-CDBC-4099-A083-B948554773A6}" dt="2025-11-02T12:25:03.332" v="708" actId="26606"/>
          <ac:spMkLst>
            <pc:docMk/>
            <pc:sldMk cId="1980319869" sldId="270"/>
            <ac:spMk id="3" creationId="{1A5F05F2-87A2-68C3-12C9-167C31294D5F}"/>
          </ac:spMkLst>
        </pc:spChg>
        <pc:spChg chg="add">
          <ac:chgData name="Ndivhudzannyi Tshibalo" userId="74139d9f7e795e8b" providerId="LiveId" clId="{4B2BDAEE-CDBC-4099-A083-B948554773A6}" dt="2025-11-02T12:25:03.332" v="708" actId="26606"/>
          <ac:spMkLst>
            <pc:docMk/>
            <pc:sldMk cId="1980319869" sldId="270"/>
            <ac:spMk id="9" creationId="{BACC6370-2D7E-4714-9D71-7542949D7D5D}"/>
          </ac:spMkLst>
        </pc:spChg>
        <pc:spChg chg="add">
          <ac:chgData name="Ndivhudzannyi Tshibalo" userId="74139d9f7e795e8b" providerId="LiveId" clId="{4B2BDAEE-CDBC-4099-A083-B948554773A6}" dt="2025-11-02T12:25:03.332" v="708" actId="26606"/>
          <ac:spMkLst>
            <pc:docMk/>
            <pc:sldMk cId="1980319869" sldId="270"/>
            <ac:spMk id="11" creationId="{256B2C21-A230-48C0-8DF1-C46611373C44}"/>
          </ac:spMkLst>
        </pc:spChg>
        <pc:spChg chg="add">
          <ac:chgData name="Ndivhudzannyi Tshibalo" userId="74139d9f7e795e8b" providerId="LiveId" clId="{4B2BDAEE-CDBC-4099-A083-B948554773A6}" dt="2025-11-02T12:25:03.332" v="708" actId="26606"/>
          <ac:spMkLst>
            <pc:docMk/>
            <pc:sldMk cId="1980319869" sldId="270"/>
            <ac:spMk id="13" creationId="{3847E18C-932D-4C95-AABA-FEC7C9499AD7}"/>
          </ac:spMkLst>
        </pc:spChg>
        <pc:spChg chg="add">
          <ac:chgData name="Ndivhudzannyi Tshibalo" userId="74139d9f7e795e8b" providerId="LiveId" clId="{4B2BDAEE-CDBC-4099-A083-B948554773A6}" dt="2025-11-02T12:25:03.332" v="708" actId="26606"/>
          <ac:spMkLst>
            <pc:docMk/>
            <pc:sldMk cId="1980319869" sldId="270"/>
            <ac:spMk id="15" creationId="{3150CB11-0C61-439E-910F-5787759E72A0}"/>
          </ac:spMkLst>
        </pc:spChg>
        <pc:spChg chg="add">
          <ac:chgData name="Ndivhudzannyi Tshibalo" userId="74139d9f7e795e8b" providerId="LiveId" clId="{4B2BDAEE-CDBC-4099-A083-B948554773A6}" dt="2025-11-02T12:25:03.332" v="708" actId="26606"/>
          <ac:spMkLst>
            <pc:docMk/>
            <pc:sldMk cId="1980319869" sldId="270"/>
            <ac:spMk id="17" creationId="{43F8A58B-5155-44CE-A5FF-7647B47D0A7A}"/>
          </ac:spMkLst>
        </pc:spChg>
        <pc:spChg chg="add">
          <ac:chgData name="Ndivhudzannyi Tshibalo" userId="74139d9f7e795e8b" providerId="LiveId" clId="{4B2BDAEE-CDBC-4099-A083-B948554773A6}" dt="2025-11-02T12:25:03.332" v="708" actId="26606"/>
          <ac:spMkLst>
            <pc:docMk/>
            <pc:sldMk cId="1980319869" sldId="270"/>
            <ac:spMk id="19" creationId="{443F2ACA-E6D6-4028-82DD-F03C262D5DE6}"/>
          </ac:spMkLst>
        </pc:spChg>
        <pc:graphicFrameChg chg="add">
          <ac:chgData name="Ndivhudzannyi Tshibalo" userId="74139d9f7e795e8b" providerId="LiveId" clId="{4B2BDAEE-CDBC-4099-A083-B948554773A6}" dt="2025-11-02T12:25:03.332" v="708" actId="26606"/>
          <ac:graphicFrameMkLst>
            <pc:docMk/>
            <pc:sldMk cId="1980319869" sldId="270"/>
            <ac:graphicFrameMk id="5" creationId="{D75CF329-54E1-35A8-706C-FBDA34F42C6F}"/>
          </ac:graphicFrameMkLst>
        </pc:graphicFrameChg>
      </pc:sldChg>
      <pc:sldChg chg="addSp delSp modSp new mod setBg">
        <pc:chgData name="Ndivhudzannyi Tshibalo" userId="74139d9f7e795e8b" providerId="LiveId" clId="{4B2BDAEE-CDBC-4099-A083-B948554773A6}" dt="2025-11-02T12:24:15.443" v="707" actId="26606"/>
        <pc:sldMkLst>
          <pc:docMk/>
          <pc:sldMk cId="6852110" sldId="271"/>
        </pc:sldMkLst>
        <pc:spChg chg="mod">
          <ac:chgData name="Ndivhudzannyi Tshibalo" userId="74139d9f7e795e8b" providerId="LiveId" clId="{4B2BDAEE-CDBC-4099-A083-B948554773A6}" dt="2025-11-02T12:24:15.443" v="707" actId="26606"/>
          <ac:spMkLst>
            <pc:docMk/>
            <pc:sldMk cId="6852110" sldId="271"/>
            <ac:spMk id="2" creationId="{67ACA309-3402-0018-5F62-19A1D7FAD600}"/>
          </ac:spMkLst>
        </pc:spChg>
        <pc:spChg chg="del mod">
          <ac:chgData name="Ndivhudzannyi Tshibalo" userId="74139d9f7e795e8b" providerId="LiveId" clId="{4B2BDAEE-CDBC-4099-A083-B948554773A6}" dt="2025-11-02T12:24:15.443" v="707" actId="26606"/>
          <ac:spMkLst>
            <pc:docMk/>
            <pc:sldMk cId="6852110" sldId="271"/>
            <ac:spMk id="3" creationId="{4604C828-17DD-A0D6-E45E-0F8329C2E826}"/>
          </ac:spMkLst>
        </pc:spChg>
        <pc:spChg chg="add">
          <ac:chgData name="Ndivhudzannyi Tshibalo" userId="74139d9f7e795e8b" providerId="LiveId" clId="{4B2BDAEE-CDBC-4099-A083-B948554773A6}" dt="2025-11-02T12:24:15.443" v="707" actId="26606"/>
          <ac:spMkLst>
            <pc:docMk/>
            <pc:sldMk cId="6852110" sldId="271"/>
            <ac:spMk id="9" creationId="{BACC6370-2D7E-4714-9D71-7542949D7D5D}"/>
          </ac:spMkLst>
        </pc:spChg>
        <pc:spChg chg="add">
          <ac:chgData name="Ndivhudzannyi Tshibalo" userId="74139d9f7e795e8b" providerId="LiveId" clId="{4B2BDAEE-CDBC-4099-A083-B948554773A6}" dt="2025-11-02T12:24:15.443" v="707" actId="26606"/>
          <ac:spMkLst>
            <pc:docMk/>
            <pc:sldMk cId="6852110" sldId="271"/>
            <ac:spMk id="11" creationId="{256B2C21-A230-48C0-8DF1-C46611373C44}"/>
          </ac:spMkLst>
        </pc:spChg>
        <pc:spChg chg="add">
          <ac:chgData name="Ndivhudzannyi Tshibalo" userId="74139d9f7e795e8b" providerId="LiveId" clId="{4B2BDAEE-CDBC-4099-A083-B948554773A6}" dt="2025-11-02T12:24:15.443" v="707" actId="26606"/>
          <ac:spMkLst>
            <pc:docMk/>
            <pc:sldMk cId="6852110" sldId="271"/>
            <ac:spMk id="13" creationId="{3847E18C-932D-4C95-AABA-FEC7C9499AD7}"/>
          </ac:spMkLst>
        </pc:spChg>
        <pc:spChg chg="add">
          <ac:chgData name="Ndivhudzannyi Tshibalo" userId="74139d9f7e795e8b" providerId="LiveId" clId="{4B2BDAEE-CDBC-4099-A083-B948554773A6}" dt="2025-11-02T12:24:15.443" v="707" actId="26606"/>
          <ac:spMkLst>
            <pc:docMk/>
            <pc:sldMk cId="6852110" sldId="271"/>
            <ac:spMk id="15" creationId="{3150CB11-0C61-439E-910F-5787759E72A0}"/>
          </ac:spMkLst>
        </pc:spChg>
        <pc:spChg chg="add">
          <ac:chgData name="Ndivhudzannyi Tshibalo" userId="74139d9f7e795e8b" providerId="LiveId" clId="{4B2BDAEE-CDBC-4099-A083-B948554773A6}" dt="2025-11-02T12:24:15.443" v="707" actId="26606"/>
          <ac:spMkLst>
            <pc:docMk/>
            <pc:sldMk cId="6852110" sldId="271"/>
            <ac:spMk id="17" creationId="{43F8A58B-5155-44CE-A5FF-7647B47D0A7A}"/>
          </ac:spMkLst>
        </pc:spChg>
        <pc:spChg chg="add">
          <ac:chgData name="Ndivhudzannyi Tshibalo" userId="74139d9f7e795e8b" providerId="LiveId" clId="{4B2BDAEE-CDBC-4099-A083-B948554773A6}" dt="2025-11-02T12:24:15.443" v="707" actId="26606"/>
          <ac:spMkLst>
            <pc:docMk/>
            <pc:sldMk cId="6852110" sldId="271"/>
            <ac:spMk id="19" creationId="{443F2ACA-E6D6-4028-82DD-F03C262D5DE6}"/>
          </ac:spMkLst>
        </pc:spChg>
        <pc:graphicFrameChg chg="add">
          <ac:chgData name="Ndivhudzannyi Tshibalo" userId="74139d9f7e795e8b" providerId="LiveId" clId="{4B2BDAEE-CDBC-4099-A083-B948554773A6}" dt="2025-11-02T12:24:15.443" v="707" actId="26606"/>
          <ac:graphicFrameMkLst>
            <pc:docMk/>
            <pc:sldMk cId="6852110" sldId="271"/>
            <ac:graphicFrameMk id="5" creationId="{F8BE1336-236E-89BF-BD47-9F860A54A34D}"/>
          </ac:graphicFrameMkLst>
        </pc:graphicFrameChg>
      </pc:sldChg>
      <pc:sldChg chg="new del">
        <pc:chgData name="Ndivhudzannyi Tshibalo" userId="74139d9f7e795e8b" providerId="LiveId" clId="{4B2BDAEE-CDBC-4099-A083-B948554773A6}" dt="2025-11-02T11:56:13.097" v="557" actId="680"/>
        <pc:sldMkLst>
          <pc:docMk/>
          <pc:sldMk cId="948151413" sldId="271"/>
        </pc:sldMkLst>
      </pc:sldChg>
      <pc:sldChg chg="new del">
        <pc:chgData name="Ndivhudzannyi Tshibalo" userId="74139d9f7e795e8b" providerId="LiveId" clId="{4B2BDAEE-CDBC-4099-A083-B948554773A6}" dt="2025-11-02T11:57:09.192" v="561" actId="680"/>
        <pc:sldMkLst>
          <pc:docMk/>
          <pc:sldMk cId="1060979677" sldId="271"/>
        </pc:sldMkLst>
      </pc:sldChg>
      <pc:sldChg chg="new del">
        <pc:chgData name="Ndivhudzannyi Tshibalo" userId="74139d9f7e795e8b" providerId="LiveId" clId="{4B2BDAEE-CDBC-4099-A083-B948554773A6}" dt="2025-11-02T11:56:30.880" v="559" actId="680"/>
        <pc:sldMkLst>
          <pc:docMk/>
          <pc:sldMk cId="1922590333" sldId="271"/>
        </pc:sldMkLst>
      </pc:sldChg>
      <pc:sldChg chg="new del">
        <pc:chgData name="Ndivhudzannyi Tshibalo" userId="74139d9f7e795e8b" providerId="LiveId" clId="{4B2BDAEE-CDBC-4099-A083-B948554773A6}" dt="2025-11-02T11:55:46.577" v="555" actId="680"/>
        <pc:sldMkLst>
          <pc:docMk/>
          <pc:sldMk cId="2481106975" sldId="271"/>
        </pc:sldMkLst>
      </pc:sldChg>
      <pc:sldChg chg="modSp new del mod">
        <pc:chgData name="Ndivhudzannyi Tshibalo" userId="74139d9f7e795e8b" providerId="LiveId" clId="{4B2BDAEE-CDBC-4099-A083-B948554773A6}" dt="2025-11-02T12:06:09.207" v="611" actId="680"/>
        <pc:sldMkLst>
          <pc:docMk/>
          <pc:sldMk cId="2378071077" sldId="272"/>
        </pc:sldMkLst>
        <pc:spChg chg="mod">
          <ac:chgData name="Ndivhudzannyi Tshibalo" userId="74139d9f7e795e8b" providerId="LiveId" clId="{4B2BDAEE-CDBC-4099-A083-B948554773A6}" dt="2025-11-02T12:06:06.906" v="610" actId="20577"/>
          <ac:spMkLst>
            <pc:docMk/>
            <pc:sldMk cId="2378071077" sldId="272"/>
            <ac:spMk id="2" creationId="{FF90E110-BA11-A9C6-2E0F-3375F977AD63}"/>
          </ac:spMkLst>
        </pc:spChg>
      </pc:sldChg>
      <pc:sldChg chg="addSp delSp modSp add mod setBg">
        <pc:chgData name="Ndivhudzannyi Tshibalo" userId="74139d9f7e795e8b" providerId="LiveId" clId="{4B2BDAEE-CDBC-4099-A083-B948554773A6}" dt="2025-11-02T12:23:10.490" v="706" actId="26606"/>
        <pc:sldMkLst>
          <pc:docMk/>
          <pc:sldMk cId="3765273068" sldId="272"/>
        </pc:sldMkLst>
        <pc:spChg chg="mod">
          <ac:chgData name="Ndivhudzannyi Tshibalo" userId="74139d9f7e795e8b" providerId="LiveId" clId="{4B2BDAEE-CDBC-4099-A083-B948554773A6}" dt="2025-11-02T12:23:10.490" v="706" actId="26606"/>
          <ac:spMkLst>
            <pc:docMk/>
            <pc:sldMk cId="3765273068" sldId="272"/>
            <ac:spMk id="2" creationId="{27B647EE-CC1C-4DB0-E1DA-254A7643CB64}"/>
          </ac:spMkLst>
        </pc:spChg>
        <pc:spChg chg="mod">
          <ac:chgData name="Ndivhudzannyi Tshibalo" userId="74139d9f7e795e8b" providerId="LiveId" clId="{4B2BDAEE-CDBC-4099-A083-B948554773A6}" dt="2025-11-02T12:23:10.490" v="706" actId="26606"/>
          <ac:spMkLst>
            <pc:docMk/>
            <pc:sldMk cId="3765273068" sldId="272"/>
            <ac:spMk id="3" creationId="{34F09120-9C4D-DB71-0424-0FECC246A83F}"/>
          </ac:spMkLst>
        </pc:spChg>
        <pc:spChg chg="add">
          <ac:chgData name="Ndivhudzannyi Tshibalo" userId="74139d9f7e795e8b" providerId="LiveId" clId="{4B2BDAEE-CDBC-4099-A083-B948554773A6}" dt="2025-11-02T12:23:10.490" v="706" actId="26606"/>
          <ac:spMkLst>
            <pc:docMk/>
            <pc:sldMk cId="3765273068" sldId="272"/>
            <ac:spMk id="11" creationId="{E81BF4F6-F2CF-4984-9D14-D6966D92F99F}"/>
          </ac:spMkLst>
        </pc:spChg>
        <pc:spChg chg="add">
          <ac:chgData name="Ndivhudzannyi Tshibalo" userId="74139d9f7e795e8b" providerId="LiveId" clId="{4B2BDAEE-CDBC-4099-A083-B948554773A6}" dt="2025-11-02T12:23:10.490" v="706" actId="26606"/>
          <ac:spMkLst>
            <pc:docMk/>
            <pc:sldMk cId="3765273068" sldId="272"/>
            <ac:spMk id="12" creationId="{C0763A76-9F1C-4FC5-82B7-DD475DA461B2}"/>
          </ac:spMkLst>
        </pc:spChg>
        <pc:picChg chg="add del">
          <ac:chgData name="Ndivhudzannyi Tshibalo" userId="74139d9f7e795e8b" providerId="LiveId" clId="{4B2BDAEE-CDBC-4099-A083-B948554773A6}" dt="2025-11-02T12:23:10.475" v="705" actId="26606"/>
          <ac:picMkLst>
            <pc:docMk/>
            <pc:sldMk cId="3765273068" sldId="272"/>
            <ac:picMk id="5" creationId="{C5861F4C-1719-F6A5-EAF9-E9B429C52463}"/>
          </ac:picMkLst>
        </pc:picChg>
        <pc:picChg chg="add">
          <ac:chgData name="Ndivhudzannyi Tshibalo" userId="74139d9f7e795e8b" providerId="LiveId" clId="{4B2BDAEE-CDBC-4099-A083-B948554773A6}" dt="2025-11-02T12:23:10.490" v="706" actId="26606"/>
          <ac:picMkLst>
            <pc:docMk/>
            <pc:sldMk cId="3765273068" sldId="272"/>
            <ac:picMk id="13" creationId="{6FA9D97D-5178-FA5F-50AD-6381D9A111FB}"/>
          </ac:picMkLst>
        </pc:picChg>
        <pc:cxnChg chg="add del">
          <ac:chgData name="Ndivhudzannyi Tshibalo" userId="74139d9f7e795e8b" providerId="LiveId" clId="{4B2BDAEE-CDBC-4099-A083-B948554773A6}" dt="2025-11-02T12:23:10.475" v="705" actId="26606"/>
          <ac:cxnSpMkLst>
            <pc:docMk/>
            <pc:sldMk cId="3765273068" sldId="272"/>
            <ac:cxnSpMk id="9" creationId="{1503BFE4-729B-D9D0-C17B-501E6AF1127A}"/>
          </ac:cxnSpMkLst>
        </pc:cxnChg>
      </pc:sldChg>
      <pc:sldChg chg="addSp delSp modSp add mod setBg">
        <pc:chgData name="Ndivhudzannyi Tshibalo" userId="74139d9f7e795e8b" providerId="LiveId" clId="{4B2BDAEE-CDBC-4099-A083-B948554773A6}" dt="2025-11-02T12:25:58.618" v="709" actId="26606"/>
        <pc:sldMkLst>
          <pc:docMk/>
          <pc:sldMk cId="965394930" sldId="273"/>
        </pc:sldMkLst>
        <pc:spChg chg="mod">
          <ac:chgData name="Ndivhudzannyi Tshibalo" userId="74139d9f7e795e8b" providerId="LiveId" clId="{4B2BDAEE-CDBC-4099-A083-B948554773A6}" dt="2025-11-02T12:25:58.618" v="709" actId="26606"/>
          <ac:spMkLst>
            <pc:docMk/>
            <pc:sldMk cId="965394930" sldId="273"/>
            <ac:spMk id="2" creationId="{8845591B-B93D-D05F-988E-BFB8B4C246A2}"/>
          </ac:spMkLst>
        </pc:spChg>
        <pc:spChg chg="del mod">
          <ac:chgData name="Ndivhudzannyi Tshibalo" userId="74139d9f7e795e8b" providerId="LiveId" clId="{4B2BDAEE-CDBC-4099-A083-B948554773A6}" dt="2025-11-02T12:25:58.618" v="709" actId="26606"/>
          <ac:spMkLst>
            <pc:docMk/>
            <pc:sldMk cId="965394930" sldId="273"/>
            <ac:spMk id="3" creationId="{ED3601ED-1548-2850-B1A0-E33041C8E919}"/>
          </ac:spMkLst>
        </pc:spChg>
        <pc:spChg chg="add">
          <ac:chgData name="Ndivhudzannyi Tshibalo" userId="74139d9f7e795e8b" providerId="LiveId" clId="{4B2BDAEE-CDBC-4099-A083-B948554773A6}" dt="2025-11-02T12:25:58.618" v="709" actId="26606"/>
          <ac:spMkLst>
            <pc:docMk/>
            <pc:sldMk cId="965394930" sldId="273"/>
            <ac:spMk id="9" creationId="{BACC6370-2D7E-4714-9D71-7542949D7D5D}"/>
          </ac:spMkLst>
        </pc:spChg>
        <pc:spChg chg="add">
          <ac:chgData name="Ndivhudzannyi Tshibalo" userId="74139d9f7e795e8b" providerId="LiveId" clId="{4B2BDAEE-CDBC-4099-A083-B948554773A6}" dt="2025-11-02T12:25:58.618" v="709" actId="26606"/>
          <ac:spMkLst>
            <pc:docMk/>
            <pc:sldMk cId="965394930" sldId="273"/>
            <ac:spMk id="11" creationId="{256B2C21-A230-48C0-8DF1-C46611373C44}"/>
          </ac:spMkLst>
        </pc:spChg>
        <pc:spChg chg="add">
          <ac:chgData name="Ndivhudzannyi Tshibalo" userId="74139d9f7e795e8b" providerId="LiveId" clId="{4B2BDAEE-CDBC-4099-A083-B948554773A6}" dt="2025-11-02T12:25:58.618" v="709" actId="26606"/>
          <ac:spMkLst>
            <pc:docMk/>
            <pc:sldMk cId="965394930" sldId="273"/>
            <ac:spMk id="13" creationId="{3847E18C-932D-4C95-AABA-FEC7C9499AD7}"/>
          </ac:spMkLst>
        </pc:spChg>
        <pc:spChg chg="add">
          <ac:chgData name="Ndivhudzannyi Tshibalo" userId="74139d9f7e795e8b" providerId="LiveId" clId="{4B2BDAEE-CDBC-4099-A083-B948554773A6}" dt="2025-11-02T12:25:58.618" v="709" actId="26606"/>
          <ac:spMkLst>
            <pc:docMk/>
            <pc:sldMk cId="965394930" sldId="273"/>
            <ac:spMk id="15" creationId="{3150CB11-0C61-439E-910F-5787759E72A0}"/>
          </ac:spMkLst>
        </pc:spChg>
        <pc:spChg chg="add">
          <ac:chgData name="Ndivhudzannyi Tshibalo" userId="74139d9f7e795e8b" providerId="LiveId" clId="{4B2BDAEE-CDBC-4099-A083-B948554773A6}" dt="2025-11-02T12:25:58.618" v="709" actId="26606"/>
          <ac:spMkLst>
            <pc:docMk/>
            <pc:sldMk cId="965394930" sldId="273"/>
            <ac:spMk id="17" creationId="{43F8A58B-5155-44CE-A5FF-7647B47D0A7A}"/>
          </ac:spMkLst>
        </pc:spChg>
        <pc:spChg chg="add">
          <ac:chgData name="Ndivhudzannyi Tshibalo" userId="74139d9f7e795e8b" providerId="LiveId" clId="{4B2BDAEE-CDBC-4099-A083-B948554773A6}" dt="2025-11-02T12:25:58.618" v="709" actId="26606"/>
          <ac:spMkLst>
            <pc:docMk/>
            <pc:sldMk cId="965394930" sldId="273"/>
            <ac:spMk id="19" creationId="{443F2ACA-E6D6-4028-82DD-F03C262D5DE6}"/>
          </ac:spMkLst>
        </pc:spChg>
        <pc:graphicFrameChg chg="add">
          <ac:chgData name="Ndivhudzannyi Tshibalo" userId="74139d9f7e795e8b" providerId="LiveId" clId="{4B2BDAEE-CDBC-4099-A083-B948554773A6}" dt="2025-11-02T12:25:58.618" v="709" actId="26606"/>
          <ac:graphicFrameMkLst>
            <pc:docMk/>
            <pc:sldMk cId="965394930" sldId="273"/>
            <ac:graphicFrameMk id="5" creationId="{76B6E1CA-2F7C-774C-652E-60D5E8B7FFB4}"/>
          </ac:graphicFrameMkLst>
        </pc:graphicFrameChg>
      </pc:sldChg>
      <pc:sldChg chg="addSp delSp modSp new mod setBg">
        <pc:chgData name="Ndivhudzannyi Tshibalo" userId="74139d9f7e795e8b" providerId="LiveId" clId="{4B2BDAEE-CDBC-4099-A083-B948554773A6}" dt="2025-11-02T12:31:14.992" v="739" actId="255"/>
        <pc:sldMkLst>
          <pc:docMk/>
          <pc:sldMk cId="574592960" sldId="274"/>
        </pc:sldMkLst>
        <pc:spChg chg="mod">
          <ac:chgData name="Ndivhudzannyi Tshibalo" userId="74139d9f7e795e8b" providerId="LiveId" clId="{4B2BDAEE-CDBC-4099-A083-B948554773A6}" dt="2025-11-02T12:31:04.898" v="737" actId="26606"/>
          <ac:spMkLst>
            <pc:docMk/>
            <pc:sldMk cId="574592960" sldId="274"/>
            <ac:spMk id="2" creationId="{0AD72396-C84B-BF89-B93F-DE07E932D525}"/>
          </ac:spMkLst>
        </pc:spChg>
        <pc:spChg chg="del">
          <ac:chgData name="Ndivhudzannyi Tshibalo" userId="74139d9f7e795e8b" providerId="LiveId" clId="{4B2BDAEE-CDBC-4099-A083-B948554773A6}" dt="2025-11-02T12:30:03.862" v="736"/>
          <ac:spMkLst>
            <pc:docMk/>
            <pc:sldMk cId="574592960" sldId="274"/>
            <ac:spMk id="3" creationId="{B40CE838-06F4-C6D4-DE96-8DE85FE7B7BE}"/>
          </ac:spMkLst>
        </pc:spChg>
        <pc:spChg chg="add">
          <ac:chgData name="Ndivhudzannyi Tshibalo" userId="74139d9f7e795e8b" providerId="LiveId" clId="{4B2BDAEE-CDBC-4099-A083-B948554773A6}" dt="2025-11-02T12:31:04.898" v="737" actId="26606"/>
          <ac:spMkLst>
            <pc:docMk/>
            <pc:sldMk cId="574592960" sldId="274"/>
            <ac:spMk id="9" creationId="{924D84CD-5280-4B52-B96E-8EDAA2B20C51}"/>
          </ac:spMkLst>
        </pc:spChg>
        <pc:spChg chg="add">
          <ac:chgData name="Ndivhudzannyi Tshibalo" userId="74139d9f7e795e8b" providerId="LiveId" clId="{4B2BDAEE-CDBC-4099-A083-B948554773A6}" dt="2025-11-02T12:31:04.898" v="737" actId="26606"/>
          <ac:spMkLst>
            <pc:docMk/>
            <pc:sldMk cId="574592960" sldId="274"/>
            <ac:spMk id="11" creationId="{6BC8DD5A-2177-6753-E2F9-C07A00190B7A}"/>
          </ac:spMkLst>
        </pc:spChg>
        <pc:graphicFrameChg chg="add mod">
          <ac:chgData name="Ndivhudzannyi Tshibalo" userId="74139d9f7e795e8b" providerId="LiveId" clId="{4B2BDAEE-CDBC-4099-A083-B948554773A6}" dt="2025-11-02T12:31:14.992" v="739" actId="255"/>
          <ac:graphicFrameMkLst>
            <pc:docMk/>
            <pc:sldMk cId="574592960" sldId="274"/>
            <ac:graphicFrameMk id="4" creationId="{D71D5657-99F3-F8BD-EBF1-D328FDCB3C57}"/>
          </ac:graphicFrameMkLst>
        </pc:graphicFrameChg>
      </pc:sldChg>
      <pc:sldChg chg="addSp modSp new mod setBg">
        <pc:chgData name="Ndivhudzannyi Tshibalo" userId="74139d9f7e795e8b" providerId="LiveId" clId="{4B2BDAEE-CDBC-4099-A083-B948554773A6}" dt="2025-11-02T12:44:20.480" v="814" actId="26606"/>
        <pc:sldMkLst>
          <pc:docMk/>
          <pc:sldMk cId="978655175" sldId="275"/>
        </pc:sldMkLst>
        <pc:spChg chg="mod">
          <ac:chgData name="Ndivhudzannyi Tshibalo" userId="74139d9f7e795e8b" providerId="LiveId" clId="{4B2BDAEE-CDBC-4099-A083-B948554773A6}" dt="2025-11-02T12:44:20.480" v="814" actId="26606"/>
          <ac:spMkLst>
            <pc:docMk/>
            <pc:sldMk cId="978655175" sldId="275"/>
            <ac:spMk id="2" creationId="{98FEC47F-E551-4549-055D-141A5FFC9A9B}"/>
          </ac:spMkLst>
        </pc:spChg>
        <pc:spChg chg="mod">
          <ac:chgData name="Ndivhudzannyi Tshibalo" userId="74139d9f7e795e8b" providerId="LiveId" clId="{4B2BDAEE-CDBC-4099-A083-B948554773A6}" dt="2025-11-02T12:44:20.480" v="814" actId="26606"/>
          <ac:spMkLst>
            <pc:docMk/>
            <pc:sldMk cId="978655175" sldId="275"/>
            <ac:spMk id="3" creationId="{6FEF8EE3-8DA2-0790-6AE5-0B8E5E7559E3}"/>
          </ac:spMkLst>
        </pc:spChg>
        <pc:spChg chg="add">
          <ac:chgData name="Ndivhudzannyi Tshibalo" userId="74139d9f7e795e8b" providerId="LiveId" clId="{4B2BDAEE-CDBC-4099-A083-B948554773A6}" dt="2025-11-02T12:44:20.480" v="814" actId="26606"/>
          <ac:spMkLst>
            <pc:docMk/>
            <pc:sldMk cId="978655175" sldId="275"/>
            <ac:spMk id="9" creationId="{3ECBE1F1-D69B-4AFA-ABD5-8E41720EF6DE}"/>
          </ac:spMkLst>
        </pc:spChg>
        <pc:spChg chg="add">
          <ac:chgData name="Ndivhudzannyi Tshibalo" userId="74139d9f7e795e8b" providerId="LiveId" clId="{4B2BDAEE-CDBC-4099-A083-B948554773A6}" dt="2025-11-02T12:44:20.480" v="814" actId="26606"/>
          <ac:spMkLst>
            <pc:docMk/>
            <pc:sldMk cId="978655175" sldId="275"/>
            <ac:spMk id="11" creationId="{603A6265-E10C-4B85-9C20-E75FCAF9CC63}"/>
          </ac:spMkLst>
        </pc:spChg>
        <pc:picChg chg="add">
          <ac:chgData name="Ndivhudzannyi Tshibalo" userId="74139d9f7e795e8b" providerId="LiveId" clId="{4B2BDAEE-CDBC-4099-A083-B948554773A6}" dt="2025-11-02T12:44:20.480" v="814" actId="26606"/>
          <ac:picMkLst>
            <pc:docMk/>
            <pc:sldMk cId="978655175" sldId="275"/>
            <ac:picMk id="5" creationId="{61C9D62E-38FE-5D41-FC11-EC69F646318E}"/>
          </ac:picMkLst>
        </pc:picChg>
      </pc:sldChg>
      <pc:sldChg chg="addSp modSp add mod setBg">
        <pc:chgData name="Ndivhudzannyi Tshibalo" userId="74139d9f7e795e8b" providerId="LiveId" clId="{4B2BDAEE-CDBC-4099-A083-B948554773A6}" dt="2025-11-02T12:46:40.052" v="815" actId="26606"/>
        <pc:sldMkLst>
          <pc:docMk/>
          <pc:sldMk cId="103852389" sldId="276"/>
        </pc:sldMkLst>
        <pc:spChg chg="mod">
          <ac:chgData name="Ndivhudzannyi Tshibalo" userId="74139d9f7e795e8b" providerId="LiveId" clId="{4B2BDAEE-CDBC-4099-A083-B948554773A6}" dt="2025-11-02T12:46:40.052" v="815" actId="26606"/>
          <ac:spMkLst>
            <pc:docMk/>
            <pc:sldMk cId="103852389" sldId="276"/>
            <ac:spMk id="2" creationId="{5C6642A8-F927-3C5C-F151-A9F150D68251}"/>
          </ac:spMkLst>
        </pc:spChg>
        <pc:spChg chg="mod">
          <ac:chgData name="Ndivhudzannyi Tshibalo" userId="74139d9f7e795e8b" providerId="LiveId" clId="{4B2BDAEE-CDBC-4099-A083-B948554773A6}" dt="2025-11-02T12:46:40.052" v="815" actId="26606"/>
          <ac:spMkLst>
            <pc:docMk/>
            <pc:sldMk cId="103852389" sldId="276"/>
            <ac:spMk id="3" creationId="{362B590D-2705-279E-D53B-81F359949D88}"/>
          </ac:spMkLst>
        </pc:spChg>
        <pc:spChg chg="add">
          <ac:chgData name="Ndivhudzannyi Tshibalo" userId="74139d9f7e795e8b" providerId="LiveId" clId="{4B2BDAEE-CDBC-4099-A083-B948554773A6}" dt="2025-11-02T12:46:40.052" v="815" actId="26606"/>
          <ac:spMkLst>
            <pc:docMk/>
            <pc:sldMk cId="103852389" sldId="276"/>
            <ac:spMk id="8" creationId="{907EF6B7-1338-4443-8C46-6A318D952DFD}"/>
          </ac:spMkLst>
        </pc:spChg>
        <pc:spChg chg="add">
          <ac:chgData name="Ndivhudzannyi Tshibalo" userId="74139d9f7e795e8b" providerId="LiveId" clId="{4B2BDAEE-CDBC-4099-A083-B948554773A6}" dt="2025-11-02T12:46:40.052" v="815" actId="26606"/>
          <ac:spMkLst>
            <pc:docMk/>
            <pc:sldMk cId="103852389" sldId="276"/>
            <ac:spMk id="10" creationId="{DAAE4CDD-124C-4DCF-9584-B6033B545DD5}"/>
          </ac:spMkLst>
        </pc:spChg>
        <pc:spChg chg="add">
          <ac:chgData name="Ndivhudzannyi Tshibalo" userId="74139d9f7e795e8b" providerId="LiveId" clId="{4B2BDAEE-CDBC-4099-A083-B948554773A6}" dt="2025-11-02T12:46:40.052" v="815" actId="26606"/>
          <ac:spMkLst>
            <pc:docMk/>
            <pc:sldMk cId="103852389" sldId="276"/>
            <ac:spMk id="12" creationId="{081E4A58-353D-44AE-B2FC-2A74E2E400F7}"/>
          </ac:spMkLst>
        </pc:spChg>
      </pc:sldChg>
      <pc:sldChg chg="addSp delSp modSp new mod setBg">
        <pc:chgData name="Ndivhudzannyi Tshibalo" userId="74139d9f7e795e8b" providerId="LiveId" clId="{4B2BDAEE-CDBC-4099-A083-B948554773A6}" dt="2025-11-02T12:50:03.475" v="858" actId="27918"/>
        <pc:sldMkLst>
          <pc:docMk/>
          <pc:sldMk cId="1064534339" sldId="277"/>
        </pc:sldMkLst>
        <pc:spChg chg="mod">
          <ac:chgData name="Ndivhudzannyi Tshibalo" userId="74139d9f7e795e8b" providerId="LiveId" clId="{4B2BDAEE-CDBC-4099-A083-B948554773A6}" dt="2025-11-02T12:49:31.002" v="851" actId="26606"/>
          <ac:spMkLst>
            <pc:docMk/>
            <pc:sldMk cId="1064534339" sldId="277"/>
            <ac:spMk id="2" creationId="{5A4CAF08-53DF-1CB9-805B-59647E709800}"/>
          </ac:spMkLst>
        </pc:spChg>
        <pc:spChg chg="del">
          <ac:chgData name="Ndivhudzannyi Tshibalo" userId="74139d9f7e795e8b" providerId="LiveId" clId="{4B2BDAEE-CDBC-4099-A083-B948554773A6}" dt="2025-11-02T12:49:09.138" v="850"/>
          <ac:spMkLst>
            <pc:docMk/>
            <pc:sldMk cId="1064534339" sldId="277"/>
            <ac:spMk id="3" creationId="{2127BB19-6101-B69D-780A-F36777E65FBE}"/>
          </ac:spMkLst>
        </pc:spChg>
        <pc:spChg chg="add del">
          <ac:chgData name="Ndivhudzannyi Tshibalo" userId="74139d9f7e795e8b" providerId="LiveId" clId="{4B2BDAEE-CDBC-4099-A083-B948554773A6}" dt="2025-11-02T12:50:03.460" v="857" actId="26606"/>
          <ac:spMkLst>
            <pc:docMk/>
            <pc:sldMk cId="1064534339" sldId="277"/>
            <ac:spMk id="9" creationId="{924D84CD-5280-4B52-B96E-8EDAA2B20C51}"/>
          </ac:spMkLst>
        </pc:spChg>
        <pc:spChg chg="add del">
          <ac:chgData name="Ndivhudzannyi Tshibalo" userId="74139d9f7e795e8b" providerId="LiveId" clId="{4B2BDAEE-CDBC-4099-A083-B948554773A6}" dt="2025-11-02T12:50:03.460" v="857" actId="26606"/>
          <ac:spMkLst>
            <pc:docMk/>
            <pc:sldMk cId="1064534339" sldId="277"/>
            <ac:spMk id="11" creationId="{3E65D517-46E4-8037-A63D-629DE1253A89}"/>
          </ac:spMkLst>
        </pc:spChg>
        <pc:spChg chg="add">
          <ac:chgData name="Ndivhudzannyi Tshibalo" userId="74139d9f7e795e8b" providerId="LiveId" clId="{4B2BDAEE-CDBC-4099-A083-B948554773A6}" dt="2025-11-02T12:50:03.460" v="857" actId="26606"/>
          <ac:spMkLst>
            <pc:docMk/>
            <pc:sldMk cId="1064534339" sldId="277"/>
            <ac:spMk id="16" creationId="{924D84CD-5280-4B52-B96E-8EDAA2B20C51}"/>
          </ac:spMkLst>
        </pc:spChg>
        <pc:spChg chg="add">
          <ac:chgData name="Ndivhudzannyi Tshibalo" userId="74139d9f7e795e8b" providerId="LiveId" clId="{4B2BDAEE-CDBC-4099-A083-B948554773A6}" dt="2025-11-02T12:50:03.460" v="857" actId="26606"/>
          <ac:spMkLst>
            <pc:docMk/>
            <pc:sldMk cId="1064534339" sldId="277"/>
            <ac:spMk id="18" creationId="{3E65D517-46E4-8037-A63D-629DE1253A89}"/>
          </ac:spMkLst>
        </pc:spChg>
        <pc:graphicFrameChg chg="add mod">
          <ac:chgData name="Ndivhudzannyi Tshibalo" userId="74139d9f7e795e8b" providerId="LiveId" clId="{4B2BDAEE-CDBC-4099-A083-B948554773A6}" dt="2025-11-02T12:50:03.460" v="857" actId="26606"/>
          <ac:graphicFrameMkLst>
            <pc:docMk/>
            <pc:sldMk cId="1064534339" sldId="277"/>
            <ac:graphicFrameMk id="4" creationId="{FBC38D99-C019-7DD8-01EB-EA339127624A}"/>
          </ac:graphicFrameMkLst>
        </pc:graphicFrameChg>
      </pc:sldChg>
      <pc:sldChg chg="addSp delSp modSp new mod setBg">
        <pc:chgData name="Ndivhudzannyi Tshibalo" userId="74139d9f7e795e8b" providerId="LiveId" clId="{4B2BDAEE-CDBC-4099-A083-B948554773A6}" dt="2025-11-02T13:32:42.858" v="1359" actId="26606"/>
        <pc:sldMkLst>
          <pc:docMk/>
          <pc:sldMk cId="2100214041" sldId="278"/>
        </pc:sldMkLst>
        <pc:spChg chg="mod">
          <ac:chgData name="Ndivhudzannyi Tshibalo" userId="74139d9f7e795e8b" providerId="LiveId" clId="{4B2BDAEE-CDBC-4099-A083-B948554773A6}" dt="2025-11-02T13:32:42.858" v="1359" actId="26606"/>
          <ac:spMkLst>
            <pc:docMk/>
            <pc:sldMk cId="2100214041" sldId="278"/>
            <ac:spMk id="2" creationId="{6F30D5D8-A262-083E-3FEE-8CC45DA27BEE}"/>
          </ac:spMkLst>
        </pc:spChg>
        <pc:spChg chg="del mod">
          <ac:chgData name="Ndivhudzannyi Tshibalo" userId="74139d9f7e795e8b" providerId="LiveId" clId="{4B2BDAEE-CDBC-4099-A083-B948554773A6}" dt="2025-11-02T13:32:42.858" v="1359" actId="26606"/>
          <ac:spMkLst>
            <pc:docMk/>
            <pc:sldMk cId="2100214041" sldId="278"/>
            <ac:spMk id="3" creationId="{4183897C-5D41-0015-F50C-742BFA513978}"/>
          </ac:spMkLst>
        </pc:spChg>
        <pc:spChg chg="add">
          <ac:chgData name="Ndivhudzannyi Tshibalo" userId="74139d9f7e795e8b" providerId="LiveId" clId="{4B2BDAEE-CDBC-4099-A083-B948554773A6}" dt="2025-11-02T13:32:42.858" v="1359" actId="26606"/>
          <ac:spMkLst>
            <pc:docMk/>
            <pc:sldMk cId="2100214041" sldId="278"/>
            <ac:spMk id="9" creationId="{53B021B3-DE93-4AB7-8A18-CF5F1CED88B8}"/>
          </ac:spMkLst>
        </pc:spChg>
        <pc:spChg chg="add">
          <ac:chgData name="Ndivhudzannyi Tshibalo" userId="74139d9f7e795e8b" providerId="LiveId" clId="{4B2BDAEE-CDBC-4099-A083-B948554773A6}" dt="2025-11-02T13:32:42.858" v="1359" actId="26606"/>
          <ac:spMkLst>
            <pc:docMk/>
            <pc:sldMk cId="2100214041" sldId="278"/>
            <ac:spMk id="11" creationId="{52D502E5-F6B4-4D58-B4AE-FC466FF15EE8}"/>
          </ac:spMkLst>
        </pc:spChg>
        <pc:spChg chg="add">
          <ac:chgData name="Ndivhudzannyi Tshibalo" userId="74139d9f7e795e8b" providerId="LiveId" clId="{4B2BDAEE-CDBC-4099-A083-B948554773A6}" dt="2025-11-02T13:32:42.858" v="1359" actId="26606"/>
          <ac:spMkLst>
            <pc:docMk/>
            <pc:sldMk cId="2100214041" sldId="278"/>
            <ac:spMk id="13" creationId="{9DECDBF4-02B6-4BB4-B65B-B8107AD6A9E8}"/>
          </ac:spMkLst>
        </pc:spChg>
        <pc:graphicFrameChg chg="add">
          <ac:chgData name="Ndivhudzannyi Tshibalo" userId="74139d9f7e795e8b" providerId="LiveId" clId="{4B2BDAEE-CDBC-4099-A083-B948554773A6}" dt="2025-11-02T13:32:42.858" v="1359" actId="26606"/>
          <ac:graphicFrameMkLst>
            <pc:docMk/>
            <pc:sldMk cId="2100214041" sldId="278"/>
            <ac:graphicFrameMk id="5" creationId="{FA4C0F8F-841D-A347-3298-B3241458A8FC}"/>
          </ac:graphicFrameMkLst>
        </pc:graphicFrameChg>
      </pc:sldChg>
      <pc:sldChg chg="addSp modSp new mod setBg">
        <pc:chgData name="Ndivhudzannyi Tshibalo" userId="74139d9f7e795e8b" providerId="LiveId" clId="{4B2BDAEE-CDBC-4099-A083-B948554773A6}" dt="2025-11-02T14:13:12.662" v="1585" actId="26606"/>
        <pc:sldMkLst>
          <pc:docMk/>
          <pc:sldMk cId="829733095" sldId="279"/>
        </pc:sldMkLst>
        <pc:spChg chg="mod">
          <ac:chgData name="Ndivhudzannyi Tshibalo" userId="74139d9f7e795e8b" providerId="LiveId" clId="{4B2BDAEE-CDBC-4099-A083-B948554773A6}" dt="2025-11-02T14:13:12.662" v="1585" actId="26606"/>
          <ac:spMkLst>
            <pc:docMk/>
            <pc:sldMk cId="829733095" sldId="279"/>
            <ac:spMk id="2" creationId="{519FB2D1-618C-04B5-AF14-AB14A82B7AD4}"/>
          </ac:spMkLst>
        </pc:spChg>
        <pc:spChg chg="mod">
          <ac:chgData name="Ndivhudzannyi Tshibalo" userId="74139d9f7e795e8b" providerId="LiveId" clId="{4B2BDAEE-CDBC-4099-A083-B948554773A6}" dt="2025-11-02T14:13:12.662" v="1585" actId="26606"/>
          <ac:spMkLst>
            <pc:docMk/>
            <pc:sldMk cId="829733095" sldId="279"/>
            <ac:spMk id="3" creationId="{5A811610-1E28-3520-1B08-C5A9324F8810}"/>
          </ac:spMkLst>
        </pc:spChg>
        <pc:spChg chg="add">
          <ac:chgData name="Ndivhudzannyi Tshibalo" userId="74139d9f7e795e8b" providerId="LiveId" clId="{4B2BDAEE-CDBC-4099-A083-B948554773A6}" dt="2025-11-02T14:13:12.662" v="1585" actId="26606"/>
          <ac:spMkLst>
            <pc:docMk/>
            <pc:sldMk cId="829733095" sldId="279"/>
            <ac:spMk id="9" creationId="{3ECBE1F1-D69B-4AFA-ABD5-8E41720EF6DE}"/>
          </ac:spMkLst>
        </pc:spChg>
        <pc:spChg chg="add">
          <ac:chgData name="Ndivhudzannyi Tshibalo" userId="74139d9f7e795e8b" providerId="LiveId" clId="{4B2BDAEE-CDBC-4099-A083-B948554773A6}" dt="2025-11-02T14:13:12.662" v="1585" actId="26606"/>
          <ac:spMkLst>
            <pc:docMk/>
            <pc:sldMk cId="829733095" sldId="279"/>
            <ac:spMk id="11" creationId="{603A6265-E10C-4B85-9C20-E75FCAF9CC63}"/>
          </ac:spMkLst>
        </pc:spChg>
        <pc:picChg chg="add">
          <ac:chgData name="Ndivhudzannyi Tshibalo" userId="74139d9f7e795e8b" providerId="LiveId" clId="{4B2BDAEE-CDBC-4099-A083-B948554773A6}" dt="2025-11-02T14:13:12.662" v="1585" actId="26606"/>
          <ac:picMkLst>
            <pc:docMk/>
            <pc:sldMk cId="829733095" sldId="279"/>
            <ac:picMk id="5" creationId="{C6F06A0F-9A58-71F4-C2F5-AF51AD6C7C9E}"/>
          </ac:picMkLst>
        </pc:picChg>
      </pc:sldChg>
      <pc:sldChg chg="addSp modSp add mod setBg">
        <pc:chgData name="Ndivhudzannyi Tshibalo" userId="74139d9f7e795e8b" providerId="LiveId" clId="{4B2BDAEE-CDBC-4099-A083-B948554773A6}" dt="2025-11-02T14:20:40.615" v="1586" actId="26606"/>
        <pc:sldMkLst>
          <pc:docMk/>
          <pc:sldMk cId="2692159930" sldId="280"/>
        </pc:sldMkLst>
        <pc:spChg chg="mod">
          <ac:chgData name="Ndivhudzannyi Tshibalo" userId="74139d9f7e795e8b" providerId="LiveId" clId="{4B2BDAEE-CDBC-4099-A083-B948554773A6}" dt="2025-11-02T14:20:40.615" v="1586" actId="26606"/>
          <ac:spMkLst>
            <pc:docMk/>
            <pc:sldMk cId="2692159930" sldId="280"/>
            <ac:spMk id="2" creationId="{42B3EB2D-9BE2-A54A-0395-A48E55D1B992}"/>
          </ac:spMkLst>
        </pc:spChg>
        <pc:spChg chg="mod">
          <ac:chgData name="Ndivhudzannyi Tshibalo" userId="74139d9f7e795e8b" providerId="LiveId" clId="{4B2BDAEE-CDBC-4099-A083-B948554773A6}" dt="2025-11-02T14:20:40.615" v="1586" actId="26606"/>
          <ac:spMkLst>
            <pc:docMk/>
            <pc:sldMk cId="2692159930" sldId="280"/>
            <ac:spMk id="3" creationId="{64E3EDE3-1ABD-D76D-3300-3F6B8BF5F284}"/>
          </ac:spMkLst>
        </pc:spChg>
        <pc:spChg chg="add">
          <ac:chgData name="Ndivhudzannyi Tshibalo" userId="74139d9f7e795e8b" providerId="LiveId" clId="{4B2BDAEE-CDBC-4099-A083-B948554773A6}" dt="2025-11-02T14:20:40.615" v="1586" actId="26606"/>
          <ac:spMkLst>
            <pc:docMk/>
            <pc:sldMk cId="2692159930" sldId="280"/>
            <ac:spMk id="9" creationId="{3ECBE1F1-D69B-4AFA-ABD5-8E41720EF6DE}"/>
          </ac:spMkLst>
        </pc:spChg>
        <pc:spChg chg="add">
          <ac:chgData name="Ndivhudzannyi Tshibalo" userId="74139d9f7e795e8b" providerId="LiveId" clId="{4B2BDAEE-CDBC-4099-A083-B948554773A6}" dt="2025-11-02T14:20:40.615" v="1586" actId="26606"/>
          <ac:spMkLst>
            <pc:docMk/>
            <pc:sldMk cId="2692159930" sldId="280"/>
            <ac:spMk id="11" creationId="{603A6265-E10C-4B85-9C20-E75FCAF9CC63}"/>
          </ac:spMkLst>
        </pc:spChg>
        <pc:picChg chg="add">
          <ac:chgData name="Ndivhudzannyi Tshibalo" userId="74139d9f7e795e8b" providerId="LiveId" clId="{4B2BDAEE-CDBC-4099-A083-B948554773A6}" dt="2025-11-02T14:20:40.615" v="1586" actId="26606"/>
          <ac:picMkLst>
            <pc:docMk/>
            <pc:sldMk cId="2692159930" sldId="280"/>
            <ac:picMk id="5" creationId="{A62DDE54-FFBD-5AEC-F6EC-A169BA6DB76B}"/>
          </ac:picMkLst>
        </pc:picChg>
      </pc:sldChg>
      <pc:sldChg chg="addSp modSp add mod setBg">
        <pc:chgData name="Ndivhudzannyi Tshibalo" userId="74139d9f7e795e8b" providerId="LiveId" clId="{4B2BDAEE-CDBC-4099-A083-B948554773A6}" dt="2025-11-02T14:21:52.906" v="1587" actId="26606"/>
        <pc:sldMkLst>
          <pc:docMk/>
          <pc:sldMk cId="2508851681" sldId="281"/>
        </pc:sldMkLst>
        <pc:spChg chg="mod">
          <ac:chgData name="Ndivhudzannyi Tshibalo" userId="74139d9f7e795e8b" providerId="LiveId" clId="{4B2BDAEE-CDBC-4099-A083-B948554773A6}" dt="2025-11-02T14:21:52.906" v="1587" actId="26606"/>
          <ac:spMkLst>
            <pc:docMk/>
            <pc:sldMk cId="2508851681" sldId="281"/>
            <ac:spMk id="2" creationId="{8FFF5773-DAAB-F955-51E9-400BBB6560E4}"/>
          </ac:spMkLst>
        </pc:spChg>
        <pc:spChg chg="mod">
          <ac:chgData name="Ndivhudzannyi Tshibalo" userId="74139d9f7e795e8b" providerId="LiveId" clId="{4B2BDAEE-CDBC-4099-A083-B948554773A6}" dt="2025-11-02T14:21:52.906" v="1587" actId="26606"/>
          <ac:spMkLst>
            <pc:docMk/>
            <pc:sldMk cId="2508851681" sldId="281"/>
            <ac:spMk id="3" creationId="{4DC8E2D5-AA57-F804-CA32-E548794D3E6A}"/>
          </ac:spMkLst>
        </pc:spChg>
        <pc:spChg chg="add">
          <ac:chgData name="Ndivhudzannyi Tshibalo" userId="74139d9f7e795e8b" providerId="LiveId" clId="{4B2BDAEE-CDBC-4099-A083-B948554773A6}" dt="2025-11-02T14:21:52.906" v="1587" actId="26606"/>
          <ac:spMkLst>
            <pc:docMk/>
            <pc:sldMk cId="2508851681" sldId="281"/>
            <ac:spMk id="9" creationId="{3ECBE1F1-D69B-4AFA-ABD5-8E41720EF6DE}"/>
          </ac:spMkLst>
        </pc:spChg>
        <pc:spChg chg="add">
          <ac:chgData name="Ndivhudzannyi Tshibalo" userId="74139d9f7e795e8b" providerId="LiveId" clId="{4B2BDAEE-CDBC-4099-A083-B948554773A6}" dt="2025-11-02T14:21:52.906" v="1587" actId="26606"/>
          <ac:spMkLst>
            <pc:docMk/>
            <pc:sldMk cId="2508851681" sldId="281"/>
            <ac:spMk id="11" creationId="{603A6265-E10C-4B85-9C20-E75FCAF9CC63}"/>
          </ac:spMkLst>
        </pc:spChg>
        <pc:picChg chg="add">
          <ac:chgData name="Ndivhudzannyi Tshibalo" userId="74139d9f7e795e8b" providerId="LiveId" clId="{4B2BDAEE-CDBC-4099-A083-B948554773A6}" dt="2025-11-02T14:21:52.906" v="1587" actId="26606"/>
          <ac:picMkLst>
            <pc:docMk/>
            <pc:sldMk cId="2508851681" sldId="281"/>
            <ac:picMk id="5" creationId="{28FB21F1-BB72-27AC-E7D6-A215ABFE85B0}"/>
          </ac:picMkLst>
        </pc:picChg>
      </pc:sldChg>
      <pc:sldChg chg="addSp delSp modSp add mod setBg">
        <pc:chgData name="Ndivhudzannyi Tshibalo" userId="74139d9f7e795e8b" providerId="LiveId" clId="{4B2BDAEE-CDBC-4099-A083-B948554773A6}" dt="2025-11-02T14:24:41.564" v="1588" actId="26606"/>
        <pc:sldMkLst>
          <pc:docMk/>
          <pc:sldMk cId="3047626263" sldId="282"/>
        </pc:sldMkLst>
        <pc:spChg chg="mod">
          <ac:chgData name="Ndivhudzannyi Tshibalo" userId="74139d9f7e795e8b" providerId="LiveId" clId="{4B2BDAEE-CDBC-4099-A083-B948554773A6}" dt="2025-11-02T14:24:41.564" v="1588" actId="26606"/>
          <ac:spMkLst>
            <pc:docMk/>
            <pc:sldMk cId="3047626263" sldId="282"/>
            <ac:spMk id="2" creationId="{45AE83F9-E951-49C1-A5FA-0CB9A9D507F4}"/>
          </ac:spMkLst>
        </pc:spChg>
        <pc:spChg chg="del mod">
          <ac:chgData name="Ndivhudzannyi Tshibalo" userId="74139d9f7e795e8b" providerId="LiveId" clId="{4B2BDAEE-CDBC-4099-A083-B948554773A6}" dt="2025-11-02T14:24:41.564" v="1588" actId="26606"/>
          <ac:spMkLst>
            <pc:docMk/>
            <pc:sldMk cId="3047626263" sldId="282"/>
            <ac:spMk id="3" creationId="{EF9FC8D0-E77B-3BB2-FF8A-89CA7BFF2C61}"/>
          </ac:spMkLst>
        </pc:spChg>
        <pc:spChg chg="add">
          <ac:chgData name="Ndivhudzannyi Tshibalo" userId="74139d9f7e795e8b" providerId="LiveId" clId="{4B2BDAEE-CDBC-4099-A083-B948554773A6}" dt="2025-11-02T14:24:41.564" v="1588" actId="26606"/>
          <ac:spMkLst>
            <pc:docMk/>
            <pc:sldMk cId="3047626263" sldId="282"/>
            <ac:spMk id="9" creationId="{7517A47C-B2E5-4B79-8061-D74B1311AF6E}"/>
          </ac:spMkLst>
        </pc:spChg>
        <pc:spChg chg="add">
          <ac:chgData name="Ndivhudzannyi Tshibalo" userId="74139d9f7e795e8b" providerId="LiveId" clId="{4B2BDAEE-CDBC-4099-A083-B948554773A6}" dt="2025-11-02T14:24:41.564" v="1588" actId="26606"/>
          <ac:spMkLst>
            <pc:docMk/>
            <pc:sldMk cId="3047626263" sldId="282"/>
            <ac:spMk id="11" creationId="{C505E780-2083-4CB5-A42A-5E0E2908ECC3}"/>
          </ac:spMkLst>
        </pc:spChg>
        <pc:spChg chg="add">
          <ac:chgData name="Ndivhudzannyi Tshibalo" userId="74139d9f7e795e8b" providerId="LiveId" clId="{4B2BDAEE-CDBC-4099-A083-B948554773A6}" dt="2025-11-02T14:24:41.564" v="1588" actId="26606"/>
          <ac:spMkLst>
            <pc:docMk/>
            <pc:sldMk cId="3047626263" sldId="282"/>
            <ac:spMk id="13" creationId="{D2C0AE1C-0118-41AE-8A10-7CDCBF10E96F}"/>
          </ac:spMkLst>
        </pc:spChg>
        <pc:spChg chg="add">
          <ac:chgData name="Ndivhudzannyi Tshibalo" userId="74139d9f7e795e8b" providerId="LiveId" clId="{4B2BDAEE-CDBC-4099-A083-B948554773A6}" dt="2025-11-02T14:24:41.564" v="1588" actId="26606"/>
          <ac:spMkLst>
            <pc:docMk/>
            <pc:sldMk cId="3047626263" sldId="282"/>
            <ac:spMk id="15" creationId="{463EEC44-1BA3-44ED-81FC-A644B04B2A44}"/>
          </ac:spMkLst>
        </pc:spChg>
        <pc:graphicFrameChg chg="add">
          <ac:chgData name="Ndivhudzannyi Tshibalo" userId="74139d9f7e795e8b" providerId="LiveId" clId="{4B2BDAEE-CDBC-4099-A083-B948554773A6}" dt="2025-11-02T14:24:41.564" v="1588" actId="26606"/>
          <ac:graphicFrameMkLst>
            <pc:docMk/>
            <pc:sldMk cId="3047626263" sldId="282"/>
            <ac:graphicFrameMk id="5" creationId="{C3F0C861-12E8-948A-28B7-B7FAC575711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4139d9f7e795e8b/Desktop/BrightLearn%20Data%20Analytics%20Training/SQL/Case%20Study/Bright%20Coffee%20Sales%20Analysi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4139d9f7e795e8b/Desktop/BrightLearn%20Data%20Analytics%20Training/SQL/Case%20Study/Bright%20Coffee%20Sales%20Analysi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4139d9f7e795e8b/Desktop/BrightLearn%20Data%20Analytics%20Training/SQL/Case%20Study/Bright%20Coffee%20Sales%20Analysi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4139d9f7e795e8b/Desktop/BrightLearn%20Data%20Analytics%20Training/SQL/Case%20Study/Bright%20Coffee%20Sales%20Analysi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4139d9f7e795e8b/Desktop/BrightLearn%20Data%20Analytics%20Training/SQL/Case%20Study/Bright%20Coffee%20Sales%20Analysi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4139d9f7e795e8b/Desktop/BrightLearn%20Data%20Analytics%20Training/SQL/Case%20Study/Bright%20Coffee%20Sales%20Analysi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4139d9f7e795e8b/Desktop/BrightLearn%20Data%20Analytics%20Training/SQL/Case%20Study/Bright%20Coffee%20Sales%20Analysi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4139d9f7e795e8b/Desktop/BrightLearn%20Data%20Analytics%20Training/SQL/Case%20Study/Bright%20Coffee%20Sales%20Analysi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74139d9f7e795e8b/Desktop/BrightLearn%20Data%20Analytics%20Training/SQL/Case%20Study/Bright%20Coffee%20Sales%20Analysi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Sales Analysis.xlsx]Revenue Store!PivotTable1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Revenue by Store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'Revenue Store'!$B$3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862-4BA8-A203-21E515BE304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862-4BA8-A203-21E515BE304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4862-4BA8-A203-21E515BE304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'Revenue Store'!$A$4:$A$7</c:f>
              <c:strCache>
                <c:ptCount val="3"/>
                <c:pt idx="0">
                  <c:v>Astoria</c:v>
                </c:pt>
                <c:pt idx="1">
                  <c:v>Hell's Kitchen</c:v>
                </c:pt>
                <c:pt idx="2">
                  <c:v>Lower Manhattan</c:v>
                </c:pt>
              </c:strCache>
            </c:strRef>
          </c:cat>
          <c:val>
            <c:numRef>
              <c:f>'Revenue Store'!$B$4:$B$7</c:f>
              <c:numCache>
                <c:formatCode>0%</c:formatCode>
                <c:ptCount val="3"/>
                <c:pt idx="0">
                  <c:v>0.33234088757420749</c:v>
                </c:pt>
                <c:pt idx="1">
                  <c:v>0.33844733392154086</c:v>
                </c:pt>
                <c:pt idx="2">
                  <c:v>0.32921177850425237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862-4BA8-A203-21E515BE3044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Sales Analysis.xlsx]Store Revenue by Month!PivotTable3</c:name>
    <c:fmtId val="31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Store Revenue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'Store Revenue by Month'!$B$3:$B$4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'Store Revenue by Month'!$A$5:$A$11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'Store Revenue by Month'!$B$5:$B$11</c:f>
              <c:numCache>
                <c:formatCode>[$R-1C09]#,##0.00;[Red][$R-1C09]#,##0.00</c:formatCode>
                <c:ptCount val="6"/>
                <c:pt idx="0">
                  <c:v>27313.659999999985</c:v>
                </c:pt>
                <c:pt idx="1">
                  <c:v>25105.339999999662</c:v>
                </c:pt>
                <c:pt idx="2">
                  <c:v>32835.430000000357</c:v>
                </c:pt>
                <c:pt idx="3">
                  <c:v>39477.609999999731</c:v>
                </c:pt>
                <c:pt idx="4">
                  <c:v>52428.759999999646</c:v>
                </c:pt>
                <c:pt idx="5">
                  <c:v>55083.109999999731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A6-4F9B-B24B-3756C9F005D9}"/>
            </c:ext>
          </c:extLst>
        </c:ser>
        <c:ser>
          <c:idx val="1"/>
          <c:order val="1"/>
          <c:tx>
            <c:strRef>
              <c:f>'Store Revenue by Month'!$C$3:$C$4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'Store Revenue by Month'!$A$5:$A$11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'Store Revenue by Month'!$C$5:$C$11</c:f>
              <c:numCache>
                <c:formatCode>[$R-1C09]#,##0.00;[Red][$R-1C09]#,##0.00</c:formatCode>
                <c:ptCount val="6"/>
                <c:pt idx="0">
                  <c:v>27820.649999999911</c:v>
                </c:pt>
                <c:pt idx="1">
                  <c:v>25719.79999999953</c:v>
                </c:pt>
                <c:pt idx="2">
                  <c:v>33110.570000000429</c:v>
                </c:pt>
                <c:pt idx="3">
                  <c:v>40304.139999999927</c:v>
                </c:pt>
                <c:pt idx="4">
                  <c:v>52598.929999999898</c:v>
                </c:pt>
                <c:pt idx="5">
                  <c:v>56957.080000000009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A6-4F9B-B24B-3756C9F005D9}"/>
            </c:ext>
          </c:extLst>
        </c:ser>
        <c:ser>
          <c:idx val="2"/>
          <c:order val="2"/>
          <c:tx>
            <c:strRef>
              <c:f>'Store Revenue by Month'!$D$3:$D$4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'Store Revenue by Month'!$A$5:$A$11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'Store Revenue by Month'!$D$5:$D$11</c:f>
              <c:numCache>
                <c:formatCode>[$R-1C09]#,##0.00;[Red][$R-1C09]#,##0.00</c:formatCode>
                <c:ptCount val="6"/>
                <c:pt idx="0">
                  <c:v>26543.429999999804</c:v>
                </c:pt>
                <c:pt idx="1">
                  <c:v>25320.049999999792</c:v>
                </c:pt>
                <c:pt idx="2">
                  <c:v>32888.680000000328</c:v>
                </c:pt>
                <c:pt idx="3">
                  <c:v>39159.329999999885</c:v>
                </c:pt>
                <c:pt idx="4">
                  <c:v>51700.069999999796</c:v>
                </c:pt>
                <c:pt idx="5">
                  <c:v>54445.689999999733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9A6-4F9B-B24B-3756C9F005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09109600"/>
        <c:axId val="1109110560"/>
      </c:barChart>
      <c:catAx>
        <c:axId val="11091096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9110560"/>
        <c:crosses val="autoZero"/>
        <c:auto val="1"/>
        <c:lblAlgn val="ctr"/>
        <c:lblOffset val="100"/>
        <c:noMultiLvlLbl val="0"/>
      </c:catAx>
      <c:valAx>
        <c:axId val="110911056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R-1C09]#,##0.00;[Red][$R-1C09]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9109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Sales Analysis.xlsx]Store Revenue by Day Time!PivotTable4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Store Revenue by Time of 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'Store Revenue by Day Time'!$B$3:$B$4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'Store Revenue by Day Time'!$A$5:$A$9</c:f>
              <c:strCache>
                <c:ptCount val="4"/>
                <c:pt idx="0">
                  <c:v>01.Morning</c:v>
                </c:pt>
                <c:pt idx="1">
                  <c:v>02.Afternoon</c:v>
                </c:pt>
                <c:pt idx="2">
                  <c:v>03.Evening</c:v>
                </c:pt>
                <c:pt idx="3">
                  <c:v>04.Night</c:v>
                </c:pt>
              </c:strCache>
            </c:strRef>
          </c:cat>
          <c:val>
            <c:numRef>
              <c:f>'Store Revenue by Day Time'!$B$5:$B$9</c:f>
              <c:numCache>
                <c:formatCode>[$R-1C09]#,##0.00;[Red][$R-1C09]#,##0.00</c:formatCode>
                <c:ptCount val="4"/>
                <c:pt idx="0">
                  <c:v>104942.52000000433</c:v>
                </c:pt>
                <c:pt idx="1">
                  <c:v>62456.289999999368</c:v>
                </c:pt>
                <c:pt idx="2">
                  <c:v>64845.099999999416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E1-4E33-982B-4AA85F9C957D}"/>
            </c:ext>
          </c:extLst>
        </c:ser>
        <c:ser>
          <c:idx val="1"/>
          <c:order val="1"/>
          <c:tx>
            <c:strRef>
              <c:f>'Store Revenue by Day Time'!$C$3:$C$4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'Store Revenue by Day Time'!$A$5:$A$9</c:f>
              <c:strCache>
                <c:ptCount val="4"/>
                <c:pt idx="0">
                  <c:v>01.Morning</c:v>
                </c:pt>
                <c:pt idx="1">
                  <c:v>02.Afternoon</c:v>
                </c:pt>
                <c:pt idx="2">
                  <c:v>03.Evening</c:v>
                </c:pt>
                <c:pt idx="3">
                  <c:v>04.Night</c:v>
                </c:pt>
              </c:strCache>
            </c:strRef>
          </c:cat>
          <c:val>
            <c:numRef>
              <c:f>'Store Revenue by Day Time'!$C$5:$C$9</c:f>
              <c:numCache>
                <c:formatCode>[$R-1C09]#,##0.00;[Red][$R-1C09]#,##0.00</c:formatCode>
                <c:ptCount val="4"/>
                <c:pt idx="0">
                  <c:v>139443.30000000395</c:v>
                </c:pt>
                <c:pt idx="1">
                  <c:v>47021.949999999939</c:v>
                </c:pt>
                <c:pt idx="2">
                  <c:v>47409.549999999763</c:v>
                </c:pt>
                <c:pt idx="3">
                  <c:v>2636.3699999999981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E1-4E33-982B-4AA85F9C957D}"/>
            </c:ext>
          </c:extLst>
        </c:ser>
        <c:ser>
          <c:idx val="2"/>
          <c:order val="2"/>
          <c:tx>
            <c:strRef>
              <c:f>'Store Revenue by Day Time'!$D$3:$D$4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'Store Revenue by Day Time'!$A$5:$A$9</c:f>
              <c:strCache>
                <c:ptCount val="4"/>
                <c:pt idx="0">
                  <c:v>01.Morning</c:v>
                </c:pt>
                <c:pt idx="1">
                  <c:v>02.Afternoon</c:v>
                </c:pt>
                <c:pt idx="2">
                  <c:v>03.Evening</c:v>
                </c:pt>
                <c:pt idx="3">
                  <c:v>04.Night</c:v>
                </c:pt>
              </c:strCache>
            </c:strRef>
          </c:cat>
          <c:val>
            <c:numRef>
              <c:f>'Store Revenue by Day Time'!$D$5:$D$9</c:f>
              <c:numCache>
                <c:formatCode>[$R-1C09]#,##0.00;[Red][$R-1C09]#,##0.00</c:formatCode>
                <c:ptCount val="4"/>
                <c:pt idx="0">
                  <c:v>143902.85000000003</c:v>
                </c:pt>
                <c:pt idx="1">
                  <c:v>54119.83999999972</c:v>
                </c:pt>
                <c:pt idx="2">
                  <c:v>31735.289999999823</c:v>
                </c:pt>
                <c:pt idx="3">
                  <c:v>299.26999999999981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E1-4E33-982B-4AA85F9C95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3595872"/>
        <c:axId val="1173581952"/>
      </c:barChart>
      <c:catAx>
        <c:axId val="1173595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Time of 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581952"/>
        <c:crosses val="autoZero"/>
        <c:auto val="1"/>
        <c:lblAlgn val="ctr"/>
        <c:lblOffset val="100"/>
        <c:noMultiLvlLbl val="0"/>
      </c:catAx>
      <c:valAx>
        <c:axId val="11735819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R-1C09]#,##0.00;[Red][$R-1C09]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595872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Sales Analysis.xlsx]Store Revenue by Day Time!PivotTable4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Store Revenue by Time of Day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'Store Revenue by Day Time'!$B$3:$B$4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'Store Revenue by Day Time'!$A$5:$A$9</c:f>
              <c:strCache>
                <c:ptCount val="4"/>
                <c:pt idx="0">
                  <c:v>01.Morning</c:v>
                </c:pt>
                <c:pt idx="1">
                  <c:v>02.Afternoon</c:v>
                </c:pt>
                <c:pt idx="2">
                  <c:v>03.Evening</c:v>
                </c:pt>
                <c:pt idx="3">
                  <c:v>04.Night</c:v>
                </c:pt>
              </c:strCache>
            </c:strRef>
          </c:cat>
          <c:val>
            <c:numRef>
              <c:f>'Store Revenue by Day Time'!$B$5:$B$9</c:f>
              <c:numCache>
                <c:formatCode>[$R-1C09]#,##0.00;[Red][$R-1C09]#,##0.00</c:formatCode>
                <c:ptCount val="4"/>
                <c:pt idx="0">
                  <c:v>104942.52000000433</c:v>
                </c:pt>
                <c:pt idx="1">
                  <c:v>62456.289999999368</c:v>
                </c:pt>
                <c:pt idx="2">
                  <c:v>64845.099999999416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46-44C8-8068-378C0D62655A}"/>
            </c:ext>
          </c:extLst>
        </c:ser>
        <c:ser>
          <c:idx val="1"/>
          <c:order val="1"/>
          <c:tx>
            <c:strRef>
              <c:f>'Store Revenue by Day Time'!$C$3:$C$4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'Store Revenue by Day Time'!$A$5:$A$9</c:f>
              <c:strCache>
                <c:ptCount val="4"/>
                <c:pt idx="0">
                  <c:v>01.Morning</c:v>
                </c:pt>
                <c:pt idx="1">
                  <c:v>02.Afternoon</c:v>
                </c:pt>
                <c:pt idx="2">
                  <c:v>03.Evening</c:v>
                </c:pt>
                <c:pt idx="3">
                  <c:v>04.Night</c:v>
                </c:pt>
              </c:strCache>
            </c:strRef>
          </c:cat>
          <c:val>
            <c:numRef>
              <c:f>'Store Revenue by Day Time'!$C$5:$C$9</c:f>
              <c:numCache>
                <c:formatCode>[$R-1C09]#,##0.00;[Red][$R-1C09]#,##0.00</c:formatCode>
                <c:ptCount val="4"/>
                <c:pt idx="0">
                  <c:v>139443.30000000395</c:v>
                </c:pt>
                <c:pt idx="1">
                  <c:v>47021.949999999939</c:v>
                </c:pt>
                <c:pt idx="2">
                  <c:v>47409.549999999763</c:v>
                </c:pt>
                <c:pt idx="3">
                  <c:v>2636.3699999999981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46-44C8-8068-378C0D62655A}"/>
            </c:ext>
          </c:extLst>
        </c:ser>
        <c:ser>
          <c:idx val="2"/>
          <c:order val="2"/>
          <c:tx>
            <c:strRef>
              <c:f>'Store Revenue by Day Time'!$D$3:$D$4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'Store Revenue by Day Time'!$A$5:$A$9</c:f>
              <c:strCache>
                <c:ptCount val="4"/>
                <c:pt idx="0">
                  <c:v>01.Morning</c:v>
                </c:pt>
                <c:pt idx="1">
                  <c:v>02.Afternoon</c:v>
                </c:pt>
                <c:pt idx="2">
                  <c:v>03.Evening</c:v>
                </c:pt>
                <c:pt idx="3">
                  <c:v>04.Night</c:v>
                </c:pt>
              </c:strCache>
            </c:strRef>
          </c:cat>
          <c:val>
            <c:numRef>
              <c:f>'Store Revenue by Day Time'!$D$5:$D$9</c:f>
              <c:numCache>
                <c:formatCode>[$R-1C09]#,##0.00;[Red][$R-1C09]#,##0.00</c:formatCode>
                <c:ptCount val="4"/>
                <c:pt idx="0">
                  <c:v>143902.85000000003</c:v>
                </c:pt>
                <c:pt idx="1">
                  <c:v>54119.83999999972</c:v>
                </c:pt>
                <c:pt idx="2">
                  <c:v>31735.289999999823</c:v>
                </c:pt>
                <c:pt idx="3">
                  <c:v>299.26999999999981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46-44C8-8068-378C0D6265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73595872"/>
        <c:axId val="1173581952"/>
      </c:barChart>
      <c:catAx>
        <c:axId val="117359587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Time of 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581952"/>
        <c:crosses val="autoZero"/>
        <c:auto val="1"/>
        <c:lblAlgn val="ctr"/>
        <c:lblOffset val="100"/>
        <c:noMultiLvlLbl val="0"/>
      </c:catAx>
      <c:valAx>
        <c:axId val="117358195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R-1C09]#,##0.00;[Red][$R-1C09]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595872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Sales Analysis.xlsx]Hourly Revenue!PivotTable2</c:name>
    <c:fmtId val="7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Hourly Revenue Trend Across Store Locations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'Hourly Revenue'!$B$3:$B$4</c:f>
              <c:strCache>
                <c:ptCount val="1"/>
                <c:pt idx="0">
                  <c:v>Astoria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'Hourly Revenue'!$A$5:$A$20</c:f>
              <c:strCache>
                <c:ptCount val="1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'Hourly Revenue'!$B$5:$B$20</c:f>
              <c:numCache>
                <c:formatCode>[$R-1C09]#,##0;[Red][$R-1C09]#,##0</c:formatCode>
                <c:ptCount val="15"/>
                <c:pt idx="0">
                  <c:v>6865.3500000000131</c:v>
                </c:pt>
                <c:pt idx="1">
                  <c:v>20752.959999999708</c:v>
                </c:pt>
                <c:pt idx="2">
                  <c:v>26886.589999999822</c:v>
                </c:pt>
                <c:pt idx="3">
                  <c:v>27305.889999999894</c:v>
                </c:pt>
                <c:pt idx="4">
                  <c:v>29051.55999999995</c:v>
                </c:pt>
                <c:pt idx="5">
                  <c:v>15051.43000000002</c:v>
                </c:pt>
                <c:pt idx="6">
                  <c:v>13553.100000000033</c:v>
                </c:pt>
                <c:pt idx="7">
                  <c:v>14323.980000000023</c:v>
                </c:pt>
                <c:pt idx="8">
                  <c:v>13880.080000000013</c:v>
                </c:pt>
                <c:pt idx="9">
                  <c:v>14135.850000000044</c:v>
                </c:pt>
                <c:pt idx="10">
                  <c:v>14301.150000000034</c:v>
                </c:pt>
                <c:pt idx="11">
                  <c:v>13266.80000000001</c:v>
                </c:pt>
                <c:pt idx="12">
                  <c:v>11866.000000000025</c:v>
                </c:pt>
                <c:pt idx="13">
                  <c:v>10000.140000000021</c:v>
                </c:pt>
                <c:pt idx="14">
                  <c:v>1003.0300000000003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CC-47ED-BF1F-E2C1627ABE96}"/>
            </c:ext>
          </c:extLst>
        </c:ser>
        <c:ser>
          <c:idx val="1"/>
          <c:order val="1"/>
          <c:tx>
            <c:strRef>
              <c:f>'Hourly Revenue'!$C$3:$C$4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'Hourly Revenue'!$A$5:$A$20</c:f>
              <c:strCache>
                <c:ptCount val="1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'Hourly Revenue'!$C$5:$C$20</c:f>
              <c:numCache>
                <c:formatCode>[$R-1C09]#,##0;[Red][$R-1C09]#,##0</c:formatCode>
                <c:ptCount val="15"/>
                <c:pt idx="0">
                  <c:v>7164.8300000000254</c:v>
                </c:pt>
                <c:pt idx="1">
                  <c:v>20359.749999999567</c:v>
                </c:pt>
                <c:pt idx="2">
                  <c:v>27734.39999999971</c:v>
                </c:pt>
                <c:pt idx="3">
                  <c:v>29299.759999999751</c:v>
                </c:pt>
                <c:pt idx="4">
                  <c:v>30855.92999999964</c:v>
                </c:pt>
                <c:pt idx="5">
                  <c:v>16050.610000000013</c:v>
                </c:pt>
                <c:pt idx="6">
                  <c:v>13691.350000000009</c:v>
                </c:pt>
                <c:pt idx="7">
                  <c:v>13336.580000000022</c:v>
                </c:pt>
                <c:pt idx="8">
                  <c:v>13895.440000000024</c:v>
                </c:pt>
                <c:pt idx="9">
                  <c:v>14055.00000000002</c:v>
                </c:pt>
                <c:pt idx="10">
                  <c:v>13667.530000000022</c:v>
                </c:pt>
                <c:pt idx="11">
                  <c:v>13997.250000000018</c:v>
                </c:pt>
                <c:pt idx="12">
                  <c:v>11534.16000000002</c:v>
                </c:pt>
                <c:pt idx="13">
                  <c:v>9811.0500000000138</c:v>
                </c:pt>
                <c:pt idx="14">
                  <c:v>1057.5299999999988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CC-47ED-BF1F-E2C1627ABE96}"/>
            </c:ext>
          </c:extLst>
        </c:ser>
        <c:ser>
          <c:idx val="2"/>
          <c:order val="2"/>
          <c:tx>
            <c:strRef>
              <c:f>'Hourly Revenue'!$D$3:$D$4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'Hourly Revenue'!$A$5:$A$20</c:f>
              <c:strCache>
                <c:ptCount val="15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</c:strCache>
            </c:strRef>
          </c:cat>
          <c:val>
            <c:numRef>
              <c:f>'Hourly Revenue'!$D$5:$D$20</c:f>
              <c:numCache>
                <c:formatCode>[$R-1C09]#,##0;[Red][$R-1C09]#,##0</c:formatCode>
                <c:ptCount val="15"/>
                <c:pt idx="0">
                  <c:v>7870.0900000000283</c:v>
                </c:pt>
                <c:pt idx="1">
                  <c:v>22413.75999999958</c:v>
                </c:pt>
                <c:pt idx="2">
                  <c:v>28078.879999999794</c:v>
                </c:pt>
                <c:pt idx="3">
                  <c:v>28563.879999999841</c:v>
                </c:pt>
                <c:pt idx="4">
                  <c:v>28765.899999999652</c:v>
                </c:pt>
                <c:pt idx="5">
                  <c:v>15217.100000000011</c:v>
                </c:pt>
                <c:pt idx="6">
                  <c:v>12948.340000000015</c:v>
                </c:pt>
                <c:pt idx="7">
                  <c:v>12706.890000000029</c:v>
                </c:pt>
                <c:pt idx="8">
                  <c:v>13529.220000000001</c:v>
                </c:pt>
                <c:pt idx="9">
                  <c:v>13542.250000000022</c:v>
                </c:pt>
                <c:pt idx="10">
                  <c:v>13154.070000000032</c:v>
                </c:pt>
                <c:pt idx="11">
                  <c:v>12870.260000000018</c:v>
                </c:pt>
                <c:pt idx="12">
                  <c:v>10886.04000000003</c:v>
                </c:pt>
                <c:pt idx="13">
                  <c:v>8635.490000000038</c:v>
                </c:pt>
                <c:pt idx="14">
                  <c:v>875.08000000000027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CC-47ED-BF1F-E2C1627ABE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6605328"/>
        <c:axId val="676603408"/>
      </c:lineChart>
      <c:catAx>
        <c:axId val="6766053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Hour of 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603408"/>
        <c:crosses val="autoZero"/>
        <c:auto val="1"/>
        <c:lblAlgn val="ctr"/>
        <c:lblOffset val="100"/>
        <c:noMultiLvlLbl val="0"/>
      </c:catAx>
      <c:valAx>
        <c:axId val="67660340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R-1C09]#,##0;[Red][$R-1C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6605328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Sales Analysis.xlsx]Revenue by Price Category!PivotTable1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Revenue by Product 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'Revenue by Price Category'!$B$3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by Price Category'!$A$4:$A$13</c:f>
              <c:strCache>
                <c:ptCount val="9"/>
                <c:pt idx="0">
                  <c:v>Packaged Chocolate</c:v>
                </c:pt>
                <c:pt idx="1">
                  <c:v>Flavours</c:v>
                </c:pt>
                <c:pt idx="2">
                  <c:v>Loose Tea</c:v>
                </c:pt>
                <c:pt idx="3">
                  <c:v>Branded</c:v>
                </c:pt>
                <c:pt idx="4">
                  <c:v>Coffee beans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'Revenue by Price Category'!$B$4:$B$13</c:f>
              <c:numCache>
                <c:formatCode>0.00%</c:formatCode>
                <c:ptCount val="9"/>
                <c:pt idx="0">
                  <c:v>6.3073300380947772E-3</c:v>
                </c:pt>
                <c:pt idx="1">
                  <c:v>1.2032987454585984E-2</c:v>
                </c:pt>
                <c:pt idx="2">
                  <c:v>1.604665447159468E-2</c:v>
                </c:pt>
                <c:pt idx="3">
                  <c:v>1.9471608350127421E-2</c:v>
                </c:pt>
                <c:pt idx="4">
                  <c:v>5.7361967268093277E-2</c:v>
                </c:pt>
                <c:pt idx="5">
                  <c:v>0.10362724996566673</c:v>
                </c:pt>
                <c:pt idx="6">
                  <c:v>0.11779362851253625</c:v>
                </c:pt>
                <c:pt idx="7">
                  <c:v>0.28105678959614228</c:v>
                </c:pt>
                <c:pt idx="8">
                  <c:v>0.38630178434315843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3F-4D66-A04F-AFED0EB625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302889200"/>
        <c:axId val="302888240"/>
      </c:barChart>
      <c:catAx>
        <c:axId val="3028892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888240"/>
        <c:crosses val="autoZero"/>
        <c:auto val="1"/>
        <c:lblAlgn val="ctr"/>
        <c:lblOffset val="100"/>
        <c:noMultiLvlLbl val="0"/>
      </c:catAx>
      <c:valAx>
        <c:axId val="302888240"/>
        <c:scaling>
          <c:orientation val="minMax"/>
        </c:scaling>
        <c:delete val="0"/>
        <c:axPos val="b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2889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Sales Analysis.xlsx]Revenue by Product Cate and Sto!PivotTable5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Revenue by Product Category and Store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GB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by Product Cate and Sto'!$B$3:$B$4</c:f>
              <c:strCache>
                <c:ptCount val="1"/>
                <c:pt idx="0">
                  <c:v>Astoria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'Revenue by Product Cate and Sto'!$A$5:$A$14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'Revenue by Product Cate and Sto'!$B$5:$B$14</c:f>
              <c:numCache>
                <c:formatCode>[$R-1C09]#,##0.00;[Red][$R-1C09]#,##0.00</c:formatCode>
                <c:ptCount val="9"/>
                <c:pt idx="0">
                  <c:v>26599.75</c:v>
                </c:pt>
                <c:pt idx="1">
                  <c:v>5457</c:v>
                </c:pt>
                <c:pt idx="2">
                  <c:v>89744.300000003248</c:v>
                </c:pt>
                <c:pt idx="3">
                  <c:v>10219.200000000001</c:v>
                </c:pt>
                <c:pt idx="4">
                  <c:v>26335.25</c:v>
                </c:pt>
                <c:pt idx="5">
                  <c:v>1764.8000000000002</c:v>
                </c:pt>
                <c:pt idx="6">
                  <c:v>3194</c:v>
                </c:pt>
                <c:pt idx="7">
                  <c:v>1089.7100000000012</c:v>
                </c:pt>
                <c:pt idx="8">
                  <c:v>67839.899999999005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46-4AA9-AB83-67A0D50A42E2}"/>
            </c:ext>
          </c:extLst>
        </c:ser>
        <c:ser>
          <c:idx val="1"/>
          <c:order val="1"/>
          <c:tx>
            <c:strRef>
              <c:f>'Revenue by Product Cate and Sto'!$C$3:$C$4</c:f>
              <c:strCache>
                <c:ptCount val="1"/>
                <c:pt idx="0">
                  <c:v>Hell's Kitchen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'Revenue by Product Cate and Sto'!$A$5:$A$14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'Revenue by Product Cate and Sto'!$C$5:$C$14</c:f>
              <c:numCache>
                <c:formatCode>[$R-1C09]#,##0.00;[Red][$R-1C09]#,##0.00</c:formatCode>
                <c:ptCount val="9"/>
                <c:pt idx="0">
                  <c:v>27386.95</c:v>
                </c:pt>
                <c:pt idx="1">
                  <c:v>1942</c:v>
                </c:pt>
                <c:pt idx="2">
                  <c:v>91222.650000002803</c:v>
                </c:pt>
                <c:pt idx="3">
                  <c:v>18635.099999999999</c:v>
                </c:pt>
                <c:pt idx="4">
                  <c:v>23586.25</c:v>
                </c:pt>
                <c:pt idx="5">
                  <c:v>2876.8</c:v>
                </c:pt>
                <c:pt idx="6">
                  <c:v>4461.3500000000004</c:v>
                </c:pt>
                <c:pt idx="7">
                  <c:v>1698.7700000000066</c:v>
                </c:pt>
                <c:pt idx="8">
                  <c:v>64701.299999999181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46-4AA9-AB83-67A0D50A42E2}"/>
            </c:ext>
          </c:extLst>
        </c:ser>
        <c:ser>
          <c:idx val="2"/>
          <c:order val="2"/>
          <c:tx>
            <c:strRef>
              <c:f>'Revenue by Product Cate and Sto'!$D$3:$D$4</c:f>
              <c:strCache>
                <c:ptCount val="1"/>
                <c:pt idx="0">
                  <c:v>Lower Manhattan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'Revenue by Product Cate and Sto'!$A$5:$A$14</c:f>
              <c:strCache>
                <c:ptCount val="9"/>
                <c:pt idx="0">
                  <c:v>Bakery</c:v>
                </c:pt>
                <c:pt idx="1">
                  <c:v>Branded</c:v>
                </c:pt>
                <c:pt idx="2">
                  <c:v>Coffee</c:v>
                </c:pt>
                <c:pt idx="3">
                  <c:v>Coffee beans</c:v>
                </c:pt>
                <c:pt idx="4">
                  <c:v>Drinking Chocolate</c:v>
                </c:pt>
                <c:pt idx="5">
                  <c:v>Flavours</c:v>
                </c:pt>
                <c:pt idx="6">
                  <c:v>Loose Tea</c:v>
                </c:pt>
                <c:pt idx="7">
                  <c:v>Packaged Chocolate</c:v>
                </c:pt>
                <c:pt idx="8">
                  <c:v>Tea</c:v>
                </c:pt>
              </c:strCache>
            </c:strRef>
          </c:cat>
          <c:val>
            <c:numRef>
              <c:f>'Revenue by Product Cate and Sto'!$D$5:$D$14</c:f>
              <c:numCache>
                <c:formatCode>[$R-1C09]#,##0.00;[Red][$R-1C09]#,##0.00</c:formatCode>
                <c:ptCount val="9"/>
                <c:pt idx="0">
                  <c:v>28328.940000000039</c:v>
                </c:pt>
                <c:pt idx="1">
                  <c:v>6208</c:v>
                </c:pt>
                <c:pt idx="2">
                  <c:v>88985.500000000902</c:v>
                </c:pt>
                <c:pt idx="3">
                  <c:v>11230.95</c:v>
                </c:pt>
                <c:pt idx="4">
                  <c:v>22494.5</c:v>
                </c:pt>
                <c:pt idx="5">
                  <c:v>3767.2</c:v>
                </c:pt>
                <c:pt idx="6">
                  <c:v>3558.25</c:v>
                </c:pt>
                <c:pt idx="7">
                  <c:v>1619.1600000000044</c:v>
                </c:pt>
                <c:pt idx="8">
                  <c:v>63864.749999999629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46-4AA9-AB83-67A0D50A42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45717680"/>
        <c:axId val="1245706640"/>
      </c:barChart>
      <c:catAx>
        <c:axId val="12457176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Product 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5706640"/>
        <c:crosses val="autoZero"/>
        <c:auto val="1"/>
        <c:lblAlgn val="ctr"/>
        <c:lblOffset val="100"/>
        <c:noMultiLvlLbl val="0"/>
      </c:catAx>
      <c:valAx>
        <c:axId val="124570664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Revenue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[$R-1C09]#,##0.00;[Red][$R-1C09]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571768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Sales Analysis.xlsx]Total Revenue by Day of Week!PivotTable2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Revenue by Day of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'Total Revenue by Day of Week'!$B$3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'Total Revenue by Day of Week'!$A$4:$A$11</c:f>
              <c:strCache>
                <c:ptCount val="7"/>
                <c:pt idx="0">
                  <c:v>Sun</c:v>
                </c:pt>
                <c:pt idx="1">
                  <c:v>Sat</c:v>
                </c:pt>
                <c:pt idx="2">
                  <c:v>Fri</c:v>
                </c:pt>
                <c:pt idx="3">
                  <c:v>Thu</c:v>
                </c:pt>
                <c:pt idx="4">
                  <c:v>Wed</c:v>
                </c:pt>
                <c:pt idx="5">
                  <c:v>Tue</c:v>
                </c:pt>
                <c:pt idx="6">
                  <c:v>Mon</c:v>
                </c:pt>
              </c:strCache>
            </c:strRef>
          </c:cat>
          <c:val>
            <c:numRef>
              <c:f>'Total Revenue by Day of Week'!$B$4:$B$11</c:f>
              <c:numCache>
                <c:formatCode>[$R-1C09]#,##0;[Red][$R-1C09]#,##0</c:formatCode>
                <c:ptCount val="7"/>
                <c:pt idx="0">
                  <c:v>98330.309999999983</c:v>
                </c:pt>
                <c:pt idx="1">
                  <c:v>96894.48000000004</c:v>
                </c:pt>
                <c:pt idx="2">
                  <c:v>101373</c:v>
                </c:pt>
                <c:pt idx="3">
                  <c:v>100767.77999999997</c:v>
                </c:pt>
                <c:pt idx="4">
                  <c:v>100313.54000000001</c:v>
                </c:pt>
                <c:pt idx="5">
                  <c:v>99455.939999999944</c:v>
                </c:pt>
                <c:pt idx="6">
                  <c:v>101677.28000000006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94-4EB3-B84A-32098F061C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356925520"/>
        <c:axId val="356927440"/>
      </c:barChart>
      <c:catAx>
        <c:axId val="3569255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6927440"/>
        <c:crosses val="autoZero"/>
        <c:auto val="1"/>
        <c:lblAlgn val="ctr"/>
        <c:lblOffset val="100"/>
        <c:noMultiLvlLbl val="0"/>
      </c:catAx>
      <c:valAx>
        <c:axId val="356927440"/>
        <c:scaling>
          <c:orientation val="minMax"/>
        </c:scaling>
        <c:delete val="0"/>
        <c:axPos val="b"/>
        <c:numFmt formatCode="[$R-1C09]#,##0;[Red][$R-1C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692552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[Bright Coffee Sales Analysis.xlsx]Revenue and Quantity Sold!PivotTable6</c:name>
    <c:fmtId val="2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Total Revenue vs Quantity Sold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'Revenue and Quantity Sold'!$B$3</c:f>
              <c:strCache>
                <c:ptCount val="1"/>
                <c:pt idx="0">
                  <c:v>Total Quantity Sold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and Quantity Sold'!$A$4:$A$10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and Quantity Sold'!$B$4:$B$10</c:f>
              <c:numCache>
                <c:formatCode>General</c:formatCode>
                <c:ptCount val="6"/>
                <c:pt idx="0">
                  <c:v>24870</c:v>
                </c:pt>
                <c:pt idx="1">
                  <c:v>23550</c:v>
                </c:pt>
                <c:pt idx="2">
                  <c:v>30406</c:v>
                </c:pt>
                <c:pt idx="3">
                  <c:v>36469</c:v>
                </c:pt>
                <c:pt idx="4">
                  <c:v>48233</c:v>
                </c:pt>
                <c:pt idx="5">
                  <c:v>50942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03-4327-B23F-2CBF5B78C8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00215904"/>
        <c:axId val="1200225984"/>
      </c:barChart>
      <c:lineChart>
        <c:grouping val="standard"/>
        <c:varyColors val="0"/>
        <c:ser>
          <c:idx val="1"/>
          <c:order val="1"/>
          <c:tx>
            <c:strRef>
              <c:f>'Revenue and Quantity Sold'!$C$3</c:f>
              <c:strCache>
                <c:ptCount val="1"/>
                <c:pt idx="0">
                  <c:v> Total Revenue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'Revenue and Quantity Sold'!$A$4:$A$10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'Revenue and Quantity Sold'!$C$4:$C$10</c:f>
              <c:numCache>
                <c:formatCode>[$R-1C09]#,##0;[Red][$R-1C09]#,##0</c:formatCode>
                <c:ptCount val="6"/>
                <c:pt idx="0">
                  <c:v>81677.739999999991</c:v>
                </c:pt>
                <c:pt idx="1">
                  <c:v>76145.189999999973</c:v>
                </c:pt>
                <c:pt idx="2">
                  <c:v>98834.679999999964</c:v>
                </c:pt>
                <c:pt idx="3">
                  <c:v>118941.08000000002</c:v>
                </c:pt>
                <c:pt idx="4">
                  <c:v>156727.76000000004</c:v>
                </c:pt>
                <c:pt idx="5">
                  <c:v>166485.88000000006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03-4327-B23F-2CBF5B78C8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200215904"/>
        <c:axId val="1200225984"/>
      </c:lineChart>
      <c:catAx>
        <c:axId val="12002159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225984"/>
        <c:crosses val="autoZero"/>
        <c:auto val="1"/>
        <c:lblAlgn val="ctr"/>
        <c:lblOffset val="100"/>
        <c:noMultiLvlLbl val="0"/>
      </c:catAx>
      <c:valAx>
        <c:axId val="1200225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02159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9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26E296-3F42-4F73-B188-899293231AD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C8BB63-EAA3-4C7E-87DE-FDA85D815391}">
      <dgm:prSet/>
      <dgm:spPr/>
      <dgm:t>
        <a:bodyPr/>
        <a:lstStyle/>
        <a:p>
          <a:r>
            <a:rPr lang="en-GB"/>
            <a:t>INTRODUCTION</a:t>
          </a:r>
          <a:endParaRPr lang="en-US"/>
        </a:p>
      </dgm:t>
    </dgm:pt>
    <dgm:pt modelId="{54E84C22-05D3-454C-AD71-70D391768D70}" type="parTrans" cxnId="{B18BE50A-1464-4A8A-A974-EF10F2263365}">
      <dgm:prSet/>
      <dgm:spPr/>
      <dgm:t>
        <a:bodyPr/>
        <a:lstStyle/>
        <a:p>
          <a:endParaRPr lang="en-US"/>
        </a:p>
      </dgm:t>
    </dgm:pt>
    <dgm:pt modelId="{B5A529EF-4C15-44A9-AA93-8DAD4283A128}" type="sibTrans" cxnId="{B18BE50A-1464-4A8A-A974-EF10F2263365}">
      <dgm:prSet/>
      <dgm:spPr/>
      <dgm:t>
        <a:bodyPr/>
        <a:lstStyle/>
        <a:p>
          <a:endParaRPr lang="en-US"/>
        </a:p>
      </dgm:t>
    </dgm:pt>
    <dgm:pt modelId="{884B64D8-7702-4E3F-A6F5-75BA8C2CD161}">
      <dgm:prSet/>
      <dgm:spPr/>
      <dgm:t>
        <a:bodyPr/>
        <a:lstStyle/>
        <a:p>
          <a:r>
            <a:rPr lang="en-GB"/>
            <a:t>AIM</a:t>
          </a:r>
          <a:endParaRPr lang="en-US"/>
        </a:p>
      </dgm:t>
    </dgm:pt>
    <dgm:pt modelId="{3F2E5263-3F96-4187-8139-05647BB0D9D4}" type="parTrans" cxnId="{FEB463A7-13FB-42DF-8B38-1771EF5A5AF5}">
      <dgm:prSet/>
      <dgm:spPr/>
      <dgm:t>
        <a:bodyPr/>
        <a:lstStyle/>
        <a:p>
          <a:endParaRPr lang="en-US"/>
        </a:p>
      </dgm:t>
    </dgm:pt>
    <dgm:pt modelId="{122A2F04-A698-42DC-A0E7-884A9CE0E2B0}" type="sibTrans" cxnId="{FEB463A7-13FB-42DF-8B38-1771EF5A5AF5}">
      <dgm:prSet/>
      <dgm:spPr/>
      <dgm:t>
        <a:bodyPr/>
        <a:lstStyle/>
        <a:p>
          <a:endParaRPr lang="en-US"/>
        </a:p>
      </dgm:t>
    </dgm:pt>
    <dgm:pt modelId="{0201979F-C6B0-4B82-B728-B547E5F0FCB9}">
      <dgm:prSet/>
      <dgm:spPr/>
      <dgm:t>
        <a:bodyPr/>
        <a:lstStyle/>
        <a:p>
          <a:r>
            <a:rPr lang="en-GB"/>
            <a:t>FOCUS</a:t>
          </a:r>
          <a:endParaRPr lang="en-US"/>
        </a:p>
      </dgm:t>
    </dgm:pt>
    <dgm:pt modelId="{E17ABF47-886A-4067-B25E-B04C74AF7184}" type="parTrans" cxnId="{DEB57C1B-84CF-4EA4-86C7-5895C822989F}">
      <dgm:prSet/>
      <dgm:spPr/>
      <dgm:t>
        <a:bodyPr/>
        <a:lstStyle/>
        <a:p>
          <a:endParaRPr lang="en-US"/>
        </a:p>
      </dgm:t>
    </dgm:pt>
    <dgm:pt modelId="{960C1C77-F90E-43CF-935F-289D030D9B0F}" type="sibTrans" cxnId="{DEB57C1B-84CF-4EA4-86C7-5895C822989F}">
      <dgm:prSet/>
      <dgm:spPr/>
      <dgm:t>
        <a:bodyPr/>
        <a:lstStyle/>
        <a:p>
          <a:endParaRPr lang="en-US"/>
        </a:p>
      </dgm:t>
    </dgm:pt>
    <dgm:pt modelId="{E6625414-72A7-460A-9445-C30BC75C86FB}">
      <dgm:prSet/>
      <dgm:spPr/>
      <dgm:t>
        <a:bodyPr/>
        <a:lstStyle/>
        <a:p>
          <a:r>
            <a:rPr lang="en-GB"/>
            <a:t>ANALYSIS BREAKDOWN</a:t>
          </a:r>
          <a:endParaRPr lang="en-US"/>
        </a:p>
      </dgm:t>
    </dgm:pt>
    <dgm:pt modelId="{C840D3BB-CE12-4226-B01F-93A4F2DC75BD}" type="parTrans" cxnId="{B68095F3-832D-4C6E-B116-3D44FEAD1227}">
      <dgm:prSet/>
      <dgm:spPr/>
      <dgm:t>
        <a:bodyPr/>
        <a:lstStyle/>
        <a:p>
          <a:endParaRPr lang="en-US"/>
        </a:p>
      </dgm:t>
    </dgm:pt>
    <dgm:pt modelId="{1A1FA5A4-BB12-449B-A910-50851FE89B03}" type="sibTrans" cxnId="{B68095F3-832D-4C6E-B116-3D44FEAD1227}">
      <dgm:prSet/>
      <dgm:spPr/>
      <dgm:t>
        <a:bodyPr/>
        <a:lstStyle/>
        <a:p>
          <a:endParaRPr lang="en-US"/>
        </a:p>
      </dgm:t>
    </dgm:pt>
    <dgm:pt modelId="{A4CDDD0C-B5EF-40B0-B2CB-920CD7C3185E}">
      <dgm:prSet/>
      <dgm:spPr/>
      <dgm:t>
        <a:bodyPr/>
        <a:lstStyle/>
        <a:p>
          <a:r>
            <a:rPr lang="en-GB"/>
            <a:t>CONCLUSIONS AND RECOMMENDATIONS</a:t>
          </a:r>
          <a:endParaRPr lang="en-US"/>
        </a:p>
      </dgm:t>
    </dgm:pt>
    <dgm:pt modelId="{CFBEB5C6-6F7C-4034-8441-B59112E2E93B}" type="parTrans" cxnId="{519AAACB-3FBD-418F-BA8F-33D843798D51}">
      <dgm:prSet/>
      <dgm:spPr/>
      <dgm:t>
        <a:bodyPr/>
        <a:lstStyle/>
        <a:p>
          <a:endParaRPr lang="en-US"/>
        </a:p>
      </dgm:t>
    </dgm:pt>
    <dgm:pt modelId="{AAE631BE-DC87-4695-AF92-639F1964E749}" type="sibTrans" cxnId="{519AAACB-3FBD-418F-BA8F-33D843798D51}">
      <dgm:prSet/>
      <dgm:spPr/>
      <dgm:t>
        <a:bodyPr/>
        <a:lstStyle/>
        <a:p>
          <a:endParaRPr lang="en-US"/>
        </a:p>
      </dgm:t>
    </dgm:pt>
    <dgm:pt modelId="{BBCCAAD7-D041-4342-B487-77E0FE63E28D}">
      <dgm:prSet/>
      <dgm:spPr/>
      <dgm:t>
        <a:bodyPr/>
        <a:lstStyle/>
        <a:p>
          <a:r>
            <a:rPr lang="en-GB"/>
            <a:t>QUESTIONS  AND ANSWERS</a:t>
          </a:r>
          <a:endParaRPr lang="en-US"/>
        </a:p>
      </dgm:t>
    </dgm:pt>
    <dgm:pt modelId="{2ACE1072-6125-4C17-85F8-95A52C1400EE}" type="parTrans" cxnId="{C278E33F-829C-4D80-814C-856F1B0591AB}">
      <dgm:prSet/>
      <dgm:spPr/>
      <dgm:t>
        <a:bodyPr/>
        <a:lstStyle/>
        <a:p>
          <a:endParaRPr lang="en-US"/>
        </a:p>
      </dgm:t>
    </dgm:pt>
    <dgm:pt modelId="{BF516394-F40D-458E-9B50-6C52CC7B666E}" type="sibTrans" cxnId="{C278E33F-829C-4D80-814C-856F1B0591AB}">
      <dgm:prSet/>
      <dgm:spPr/>
      <dgm:t>
        <a:bodyPr/>
        <a:lstStyle/>
        <a:p>
          <a:endParaRPr lang="en-US"/>
        </a:p>
      </dgm:t>
    </dgm:pt>
    <dgm:pt modelId="{0D13DBC9-7DD5-46DC-8AF6-058986AB180D}" type="pres">
      <dgm:prSet presAssocID="{AB26E296-3F42-4F73-B188-899293231ADB}" presName="linear" presStyleCnt="0">
        <dgm:presLayoutVars>
          <dgm:animLvl val="lvl"/>
          <dgm:resizeHandles val="exact"/>
        </dgm:presLayoutVars>
      </dgm:prSet>
      <dgm:spPr/>
    </dgm:pt>
    <dgm:pt modelId="{5C22085C-5D45-404A-8187-B72A53766572}" type="pres">
      <dgm:prSet presAssocID="{56C8BB63-EAA3-4C7E-87DE-FDA85D815391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6D7CED4-7639-4838-909A-91F9EDB86466}" type="pres">
      <dgm:prSet presAssocID="{B5A529EF-4C15-44A9-AA93-8DAD4283A128}" presName="spacer" presStyleCnt="0"/>
      <dgm:spPr/>
    </dgm:pt>
    <dgm:pt modelId="{0B24AD4D-5548-4741-8F95-A65A5C46B148}" type="pres">
      <dgm:prSet presAssocID="{884B64D8-7702-4E3F-A6F5-75BA8C2CD16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9E854C4-1CBD-45C7-8C37-75CBBCCD9D71}" type="pres">
      <dgm:prSet presAssocID="{122A2F04-A698-42DC-A0E7-884A9CE0E2B0}" presName="spacer" presStyleCnt="0"/>
      <dgm:spPr/>
    </dgm:pt>
    <dgm:pt modelId="{365E6227-40FC-4492-9C4B-78E61FE03185}" type="pres">
      <dgm:prSet presAssocID="{0201979F-C6B0-4B82-B728-B547E5F0FCB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0A0CB9E-4D10-4C4C-89EA-30E2E9856BD8}" type="pres">
      <dgm:prSet presAssocID="{960C1C77-F90E-43CF-935F-289D030D9B0F}" presName="spacer" presStyleCnt="0"/>
      <dgm:spPr/>
    </dgm:pt>
    <dgm:pt modelId="{7DE9334B-AE18-4F86-8FA2-422DF06C0742}" type="pres">
      <dgm:prSet presAssocID="{E6625414-72A7-460A-9445-C30BC75C86FB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7BCA53A-4C8A-42D0-BFAE-79A9EBDC340F}" type="pres">
      <dgm:prSet presAssocID="{1A1FA5A4-BB12-449B-A910-50851FE89B03}" presName="spacer" presStyleCnt="0"/>
      <dgm:spPr/>
    </dgm:pt>
    <dgm:pt modelId="{E67635F2-5D8C-45AA-BF3E-416DF8179E89}" type="pres">
      <dgm:prSet presAssocID="{A4CDDD0C-B5EF-40B0-B2CB-920CD7C3185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5159B77-F899-4CEC-BADA-FC40E8415F22}" type="pres">
      <dgm:prSet presAssocID="{AAE631BE-DC87-4695-AF92-639F1964E749}" presName="spacer" presStyleCnt="0"/>
      <dgm:spPr/>
    </dgm:pt>
    <dgm:pt modelId="{6D61A68B-4BB8-4C9D-91D8-25FFC21DD307}" type="pres">
      <dgm:prSet presAssocID="{BBCCAAD7-D041-4342-B487-77E0FE63E28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18BE50A-1464-4A8A-A974-EF10F2263365}" srcId="{AB26E296-3F42-4F73-B188-899293231ADB}" destId="{56C8BB63-EAA3-4C7E-87DE-FDA85D815391}" srcOrd="0" destOrd="0" parTransId="{54E84C22-05D3-454C-AD71-70D391768D70}" sibTransId="{B5A529EF-4C15-44A9-AA93-8DAD4283A128}"/>
    <dgm:cxn modelId="{DEB57C1B-84CF-4EA4-86C7-5895C822989F}" srcId="{AB26E296-3F42-4F73-B188-899293231ADB}" destId="{0201979F-C6B0-4B82-B728-B547E5F0FCB9}" srcOrd="2" destOrd="0" parTransId="{E17ABF47-886A-4067-B25E-B04C74AF7184}" sibTransId="{960C1C77-F90E-43CF-935F-289D030D9B0F}"/>
    <dgm:cxn modelId="{C5DA0E2C-B249-4FCF-8497-69EDBC15BD93}" type="presOf" srcId="{884B64D8-7702-4E3F-A6F5-75BA8C2CD161}" destId="{0B24AD4D-5548-4741-8F95-A65A5C46B148}" srcOrd="0" destOrd="0" presId="urn:microsoft.com/office/officeart/2005/8/layout/vList2"/>
    <dgm:cxn modelId="{C278E33F-829C-4D80-814C-856F1B0591AB}" srcId="{AB26E296-3F42-4F73-B188-899293231ADB}" destId="{BBCCAAD7-D041-4342-B487-77E0FE63E28D}" srcOrd="5" destOrd="0" parTransId="{2ACE1072-6125-4C17-85F8-95A52C1400EE}" sibTransId="{BF516394-F40D-458E-9B50-6C52CC7B666E}"/>
    <dgm:cxn modelId="{B6B25841-4438-4EEB-844B-0F6585337221}" type="presOf" srcId="{AB26E296-3F42-4F73-B188-899293231ADB}" destId="{0D13DBC9-7DD5-46DC-8AF6-058986AB180D}" srcOrd="0" destOrd="0" presId="urn:microsoft.com/office/officeart/2005/8/layout/vList2"/>
    <dgm:cxn modelId="{12C7844B-BA83-4F76-BD61-CA28F85CA237}" type="presOf" srcId="{A4CDDD0C-B5EF-40B0-B2CB-920CD7C3185E}" destId="{E67635F2-5D8C-45AA-BF3E-416DF8179E89}" srcOrd="0" destOrd="0" presId="urn:microsoft.com/office/officeart/2005/8/layout/vList2"/>
    <dgm:cxn modelId="{008FA879-B9C2-405F-A13F-71170991F41D}" type="presOf" srcId="{E6625414-72A7-460A-9445-C30BC75C86FB}" destId="{7DE9334B-AE18-4F86-8FA2-422DF06C0742}" srcOrd="0" destOrd="0" presId="urn:microsoft.com/office/officeart/2005/8/layout/vList2"/>
    <dgm:cxn modelId="{BD34F489-09E4-4442-BFCA-11DA0B5366E2}" type="presOf" srcId="{56C8BB63-EAA3-4C7E-87DE-FDA85D815391}" destId="{5C22085C-5D45-404A-8187-B72A53766572}" srcOrd="0" destOrd="0" presId="urn:microsoft.com/office/officeart/2005/8/layout/vList2"/>
    <dgm:cxn modelId="{FEB463A7-13FB-42DF-8B38-1771EF5A5AF5}" srcId="{AB26E296-3F42-4F73-B188-899293231ADB}" destId="{884B64D8-7702-4E3F-A6F5-75BA8C2CD161}" srcOrd="1" destOrd="0" parTransId="{3F2E5263-3F96-4187-8139-05647BB0D9D4}" sibTransId="{122A2F04-A698-42DC-A0E7-884A9CE0E2B0}"/>
    <dgm:cxn modelId="{519AAACB-3FBD-418F-BA8F-33D843798D51}" srcId="{AB26E296-3F42-4F73-B188-899293231ADB}" destId="{A4CDDD0C-B5EF-40B0-B2CB-920CD7C3185E}" srcOrd="4" destOrd="0" parTransId="{CFBEB5C6-6F7C-4034-8441-B59112E2E93B}" sibTransId="{AAE631BE-DC87-4695-AF92-639F1964E749}"/>
    <dgm:cxn modelId="{D0A389D6-0A62-4186-9FD1-F7959C4F8274}" type="presOf" srcId="{0201979F-C6B0-4B82-B728-B547E5F0FCB9}" destId="{365E6227-40FC-4492-9C4B-78E61FE03185}" srcOrd="0" destOrd="0" presId="urn:microsoft.com/office/officeart/2005/8/layout/vList2"/>
    <dgm:cxn modelId="{D7FC34EC-96C4-42EE-9EAE-5DDB0ED7A1F0}" type="presOf" srcId="{BBCCAAD7-D041-4342-B487-77E0FE63E28D}" destId="{6D61A68B-4BB8-4C9D-91D8-25FFC21DD307}" srcOrd="0" destOrd="0" presId="urn:microsoft.com/office/officeart/2005/8/layout/vList2"/>
    <dgm:cxn modelId="{B68095F3-832D-4C6E-B116-3D44FEAD1227}" srcId="{AB26E296-3F42-4F73-B188-899293231ADB}" destId="{E6625414-72A7-460A-9445-C30BC75C86FB}" srcOrd="3" destOrd="0" parTransId="{C840D3BB-CE12-4226-B01F-93A4F2DC75BD}" sibTransId="{1A1FA5A4-BB12-449B-A910-50851FE89B03}"/>
    <dgm:cxn modelId="{9671F0CA-23AC-4A0B-B1B8-1470F655BB4D}" type="presParOf" srcId="{0D13DBC9-7DD5-46DC-8AF6-058986AB180D}" destId="{5C22085C-5D45-404A-8187-B72A53766572}" srcOrd="0" destOrd="0" presId="urn:microsoft.com/office/officeart/2005/8/layout/vList2"/>
    <dgm:cxn modelId="{FD6C9458-D811-4BD5-9542-E7B9E22FC46C}" type="presParOf" srcId="{0D13DBC9-7DD5-46DC-8AF6-058986AB180D}" destId="{56D7CED4-7639-4838-909A-91F9EDB86466}" srcOrd="1" destOrd="0" presId="urn:microsoft.com/office/officeart/2005/8/layout/vList2"/>
    <dgm:cxn modelId="{A6581750-4F9D-4BE1-BE5F-626299B3BC76}" type="presParOf" srcId="{0D13DBC9-7DD5-46DC-8AF6-058986AB180D}" destId="{0B24AD4D-5548-4741-8F95-A65A5C46B148}" srcOrd="2" destOrd="0" presId="urn:microsoft.com/office/officeart/2005/8/layout/vList2"/>
    <dgm:cxn modelId="{52AD149E-65A7-46C3-B67D-F8307314772A}" type="presParOf" srcId="{0D13DBC9-7DD5-46DC-8AF6-058986AB180D}" destId="{A9E854C4-1CBD-45C7-8C37-75CBBCCD9D71}" srcOrd="3" destOrd="0" presId="urn:microsoft.com/office/officeart/2005/8/layout/vList2"/>
    <dgm:cxn modelId="{706BD03D-C620-42F5-B80C-87FF78B20489}" type="presParOf" srcId="{0D13DBC9-7DD5-46DC-8AF6-058986AB180D}" destId="{365E6227-40FC-4492-9C4B-78E61FE03185}" srcOrd="4" destOrd="0" presId="urn:microsoft.com/office/officeart/2005/8/layout/vList2"/>
    <dgm:cxn modelId="{9744516E-B8A4-40D5-9803-4A7E3E1E9131}" type="presParOf" srcId="{0D13DBC9-7DD5-46DC-8AF6-058986AB180D}" destId="{80A0CB9E-4D10-4C4C-89EA-30E2E9856BD8}" srcOrd="5" destOrd="0" presId="urn:microsoft.com/office/officeart/2005/8/layout/vList2"/>
    <dgm:cxn modelId="{F9B2D0A6-83E8-4A32-9618-2C21DF6A7758}" type="presParOf" srcId="{0D13DBC9-7DD5-46DC-8AF6-058986AB180D}" destId="{7DE9334B-AE18-4F86-8FA2-422DF06C0742}" srcOrd="6" destOrd="0" presId="urn:microsoft.com/office/officeart/2005/8/layout/vList2"/>
    <dgm:cxn modelId="{02A60C96-EB86-4F9C-8531-321CB346C601}" type="presParOf" srcId="{0D13DBC9-7DD5-46DC-8AF6-058986AB180D}" destId="{E7BCA53A-4C8A-42D0-BFAE-79A9EBDC340F}" srcOrd="7" destOrd="0" presId="urn:microsoft.com/office/officeart/2005/8/layout/vList2"/>
    <dgm:cxn modelId="{A628F06C-E9C6-47B7-B4D5-D1F42676F872}" type="presParOf" srcId="{0D13DBC9-7DD5-46DC-8AF6-058986AB180D}" destId="{E67635F2-5D8C-45AA-BF3E-416DF8179E89}" srcOrd="8" destOrd="0" presId="urn:microsoft.com/office/officeart/2005/8/layout/vList2"/>
    <dgm:cxn modelId="{A6F5D4EF-2F13-42C5-940B-BD53EB973E98}" type="presParOf" srcId="{0D13DBC9-7DD5-46DC-8AF6-058986AB180D}" destId="{35159B77-F899-4CEC-BADA-FC40E8415F22}" srcOrd="9" destOrd="0" presId="urn:microsoft.com/office/officeart/2005/8/layout/vList2"/>
    <dgm:cxn modelId="{435AABC3-8916-473F-B373-B3A2149A746B}" type="presParOf" srcId="{0D13DBC9-7DD5-46DC-8AF6-058986AB180D}" destId="{6D61A68B-4BB8-4C9D-91D8-25FFC21DD30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2D3E16-6D7C-4DFE-9C1E-1ABC352D936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48CA4E9-C424-4E56-88AA-726A47013096}">
      <dgm:prSet/>
      <dgm:spPr/>
      <dgm:t>
        <a:bodyPr/>
        <a:lstStyle/>
        <a:p>
          <a:pPr>
            <a:defRPr cap="all"/>
          </a:pPr>
          <a:r>
            <a:rPr lang="en-GB"/>
            <a:t>Product Performance</a:t>
          </a:r>
          <a:endParaRPr lang="en-US"/>
        </a:p>
      </dgm:t>
    </dgm:pt>
    <dgm:pt modelId="{60C1F75E-C7CB-426A-A256-424BDB75A996}" type="parTrans" cxnId="{AFB292E9-AD3F-47CE-AEAF-FF798C6CB464}">
      <dgm:prSet/>
      <dgm:spPr/>
      <dgm:t>
        <a:bodyPr/>
        <a:lstStyle/>
        <a:p>
          <a:endParaRPr lang="en-US"/>
        </a:p>
      </dgm:t>
    </dgm:pt>
    <dgm:pt modelId="{B4D5CC45-DDCC-480A-B56F-0A094D8957AF}" type="sibTrans" cxnId="{AFB292E9-AD3F-47CE-AEAF-FF798C6CB464}">
      <dgm:prSet/>
      <dgm:spPr/>
      <dgm:t>
        <a:bodyPr/>
        <a:lstStyle/>
        <a:p>
          <a:endParaRPr lang="en-US"/>
        </a:p>
      </dgm:t>
    </dgm:pt>
    <dgm:pt modelId="{71940184-4563-4417-8459-7614F2F9CEB4}">
      <dgm:prSet/>
      <dgm:spPr/>
      <dgm:t>
        <a:bodyPr/>
        <a:lstStyle/>
        <a:p>
          <a:pPr>
            <a:defRPr cap="all"/>
          </a:pPr>
          <a:r>
            <a:rPr lang="en-GB"/>
            <a:t>Store Performance</a:t>
          </a:r>
          <a:endParaRPr lang="en-US"/>
        </a:p>
      </dgm:t>
    </dgm:pt>
    <dgm:pt modelId="{94CB0D7A-1F65-491F-A36F-25BCFD54F274}" type="parTrans" cxnId="{58DA0821-4B0B-42EE-A705-12EFCDA098B1}">
      <dgm:prSet/>
      <dgm:spPr/>
      <dgm:t>
        <a:bodyPr/>
        <a:lstStyle/>
        <a:p>
          <a:endParaRPr lang="en-US"/>
        </a:p>
      </dgm:t>
    </dgm:pt>
    <dgm:pt modelId="{46808DB9-E466-4738-8002-8303ED987B05}" type="sibTrans" cxnId="{58DA0821-4B0B-42EE-A705-12EFCDA098B1}">
      <dgm:prSet/>
      <dgm:spPr/>
      <dgm:t>
        <a:bodyPr/>
        <a:lstStyle/>
        <a:p>
          <a:endParaRPr lang="en-US"/>
        </a:p>
      </dgm:t>
    </dgm:pt>
    <dgm:pt modelId="{A1C2003E-9031-44C8-ADFD-F60148A908D0}">
      <dgm:prSet/>
      <dgm:spPr/>
      <dgm:t>
        <a:bodyPr/>
        <a:lstStyle/>
        <a:p>
          <a:pPr>
            <a:defRPr cap="all"/>
          </a:pPr>
          <a:r>
            <a:rPr lang="en-GB"/>
            <a:t>Marketing Strategy Analysis</a:t>
          </a:r>
          <a:endParaRPr lang="en-US"/>
        </a:p>
      </dgm:t>
    </dgm:pt>
    <dgm:pt modelId="{C8690FAF-716E-4F1A-99F7-50FA89F23737}" type="parTrans" cxnId="{D422E72B-5A5D-46F8-8627-AC88163B5575}">
      <dgm:prSet/>
      <dgm:spPr/>
      <dgm:t>
        <a:bodyPr/>
        <a:lstStyle/>
        <a:p>
          <a:endParaRPr lang="en-US"/>
        </a:p>
      </dgm:t>
    </dgm:pt>
    <dgm:pt modelId="{4812CBCB-D5EE-42F1-94C0-AE9EEA2269ED}" type="sibTrans" cxnId="{D422E72B-5A5D-46F8-8627-AC88163B5575}">
      <dgm:prSet/>
      <dgm:spPr/>
      <dgm:t>
        <a:bodyPr/>
        <a:lstStyle/>
        <a:p>
          <a:endParaRPr lang="en-US"/>
        </a:p>
      </dgm:t>
    </dgm:pt>
    <dgm:pt modelId="{27888699-779D-4239-B1B0-282F9FC7C9DE}" type="pres">
      <dgm:prSet presAssocID="{472D3E16-6D7C-4DFE-9C1E-1ABC352D9360}" presName="root" presStyleCnt="0">
        <dgm:presLayoutVars>
          <dgm:dir/>
          <dgm:resizeHandles val="exact"/>
        </dgm:presLayoutVars>
      </dgm:prSet>
      <dgm:spPr/>
    </dgm:pt>
    <dgm:pt modelId="{5717B596-990B-4AC8-BBDE-0358D5BB24E7}" type="pres">
      <dgm:prSet presAssocID="{548CA4E9-C424-4E56-88AA-726A47013096}" presName="compNode" presStyleCnt="0"/>
      <dgm:spPr/>
    </dgm:pt>
    <dgm:pt modelId="{D3316DBA-902A-4F3F-82E5-2AF90C533F7A}" type="pres">
      <dgm:prSet presAssocID="{548CA4E9-C424-4E56-88AA-726A47013096}" presName="iconBgRect" presStyleLbl="bgShp" presStyleIdx="0" presStyleCnt="3"/>
      <dgm:spPr/>
    </dgm:pt>
    <dgm:pt modelId="{E8C106C4-EDF7-4730-8E28-C2DE479B7F0E}" type="pres">
      <dgm:prSet presAssocID="{548CA4E9-C424-4E56-88AA-726A4701309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1B8DC4C-74D3-490B-9E53-4FEDB15794E0}" type="pres">
      <dgm:prSet presAssocID="{548CA4E9-C424-4E56-88AA-726A47013096}" presName="spaceRect" presStyleCnt="0"/>
      <dgm:spPr/>
    </dgm:pt>
    <dgm:pt modelId="{76C00774-3571-4CB8-A4BC-C1A8A9C299C8}" type="pres">
      <dgm:prSet presAssocID="{548CA4E9-C424-4E56-88AA-726A47013096}" presName="textRect" presStyleLbl="revTx" presStyleIdx="0" presStyleCnt="3">
        <dgm:presLayoutVars>
          <dgm:chMax val="1"/>
          <dgm:chPref val="1"/>
        </dgm:presLayoutVars>
      </dgm:prSet>
      <dgm:spPr/>
    </dgm:pt>
    <dgm:pt modelId="{32C298D5-30CC-4363-BB8E-7EDD8DE693CD}" type="pres">
      <dgm:prSet presAssocID="{B4D5CC45-DDCC-480A-B56F-0A094D8957AF}" presName="sibTrans" presStyleCnt="0"/>
      <dgm:spPr/>
    </dgm:pt>
    <dgm:pt modelId="{6173B8A7-A3AC-4640-BB85-D99B01B6685C}" type="pres">
      <dgm:prSet presAssocID="{71940184-4563-4417-8459-7614F2F9CEB4}" presName="compNode" presStyleCnt="0"/>
      <dgm:spPr/>
    </dgm:pt>
    <dgm:pt modelId="{E2C2BE16-FF3A-4989-AAC4-755C8F4D9656}" type="pres">
      <dgm:prSet presAssocID="{71940184-4563-4417-8459-7614F2F9CEB4}" presName="iconBgRect" presStyleLbl="bgShp" presStyleIdx="1" presStyleCnt="3"/>
      <dgm:spPr/>
    </dgm:pt>
    <dgm:pt modelId="{5DB05745-2BA1-44D3-B5AA-FCDD1567C301}" type="pres">
      <dgm:prSet presAssocID="{71940184-4563-4417-8459-7614F2F9CEB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C074B664-02AC-437F-916E-AE47013537D5}" type="pres">
      <dgm:prSet presAssocID="{71940184-4563-4417-8459-7614F2F9CEB4}" presName="spaceRect" presStyleCnt="0"/>
      <dgm:spPr/>
    </dgm:pt>
    <dgm:pt modelId="{D36E2B48-29CC-46D3-9C0E-5B6E1FDF6275}" type="pres">
      <dgm:prSet presAssocID="{71940184-4563-4417-8459-7614F2F9CEB4}" presName="textRect" presStyleLbl="revTx" presStyleIdx="1" presStyleCnt="3">
        <dgm:presLayoutVars>
          <dgm:chMax val="1"/>
          <dgm:chPref val="1"/>
        </dgm:presLayoutVars>
      </dgm:prSet>
      <dgm:spPr/>
    </dgm:pt>
    <dgm:pt modelId="{75A9FFB3-8D23-428C-AB7A-154C50F6C72E}" type="pres">
      <dgm:prSet presAssocID="{46808DB9-E466-4738-8002-8303ED987B05}" presName="sibTrans" presStyleCnt="0"/>
      <dgm:spPr/>
    </dgm:pt>
    <dgm:pt modelId="{E02B37C3-1829-4DD0-BFC3-C9DE86DCE1D2}" type="pres">
      <dgm:prSet presAssocID="{A1C2003E-9031-44C8-ADFD-F60148A908D0}" presName="compNode" presStyleCnt="0"/>
      <dgm:spPr/>
    </dgm:pt>
    <dgm:pt modelId="{2DF06BEC-12AD-48C6-979D-775D7DBA2E76}" type="pres">
      <dgm:prSet presAssocID="{A1C2003E-9031-44C8-ADFD-F60148A908D0}" presName="iconBgRect" presStyleLbl="bgShp" presStyleIdx="2" presStyleCnt="3"/>
      <dgm:spPr/>
    </dgm:pt>
    <dgm:pt modelId="{6CE4F3AC-5E3F-4868-BAF7-29AD2580543B}" type="pres">
      <dgm:prSet presAssocID="{A1C2003E-9031-44C8-ADFD-F60148A908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B60B551-DE32-4D51-B23A-1F0A4470C8E0}" type="pres">
      <dgm:prSet presAssocID="{A1C2003E-9031-44C8-ADFD-F60148A908D0}" presName="spaceRect" presStyleCnt="0"/>
      <dgm:spPr/>
    </dgm:pt>
    <dgm:pt modelId="{C478DCCE-298E-4AD8-AF9E-9A250C702EB1}" type="pres">
      <dgm:prSet presAssocID="{A1C2003E-9031-44C8-ADFD-F60148A908D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DA0821-4B0B-42EE-A705-12EFCDA098B1}" srcId="{472D3E16-6D7C-4DFE-9C1E-1ABC352D9360}" destId="{71940184-4563-4417-8459-7614F2F9CEB4}" srcOrd="1" destOrd="0" parTransId="{94CB0D7A-1F65-491F-A36F-25BCFD54F274}" sibTransId="{46808DB9-E466-4738-8002-8303ED987B05}"/>
    <dgm:cxn modelId="{BF70C825-5698-4009-9C5A-215286C0EB60}" type="presOf" srcId="{472D3E16-6D7C-4DFE-9C1E-1ABC352D9360}" destId="{27888699-779D-4239-B1B0-282F9FC7C9DE}" srcOrd="0" destOrd="0" presId="urn:microsoft.com/office/officeart/2018/5/layout/IconCircleLabelList"/>
    <dgm:cxn modelId="{D422E72B-5A5D-46F8-8627-AC88163B5575}" srcId="{472D3E16-6D7C-4DFE-9C1E-1ABC352D9360}" destId="{A1C2003E-9031-44C8-ADFD-F60148A908D0}" srcOrd="2" destOrd="0" parTransId="{C8690FAF-716E-4F1A-99F7-50FA89F23737}" sibTransId="{4812CBCB-D5EE-42F1-94C0-AE9EEA2269ED}"/>
    <dgm:cxn modelId="{8611616D-E6CD-4B8C-817C-3A9991B0C4C6}" type="presOf" srcId="{548CA4E9-C424-4E56-88AA-726A47013096}" destId="{76C00774-3571-4CB8-A4BC-C1A8A9C299C8}" srcOrd="0" destOrd="0" presId="urn:microsoft.com/office/officeart/2018/5/layout/IconCircleLabelList"/>
    <dgm:cxn modelId="{CEA7F290-39C2-4ADB-9052-EEE90F708B2C}" type="presOf" srcId="{A1C2003E-9031-44C8-ADFD-F60148A908D0}" destId="{C478DCCE-298E-4AD8-AF9E-9A250C702EB1}" srcOrd="0" destOrd="0" presId="urn:microsoft.com/office/officeart/2018/5/layout/IconCircleLabelList"/>
    <dgm:cxn modelId="{B4E875B2-69FB-41A9-958D-73BB14210467}" type="presOf" srcId="{71940184-4563-4417-8459-7614F2F9CEB4}" destId="{D36E2B48-29CC-46D3-9C0E-5B6E1FDF6275}" srcOrd="0" destOrd="0" presId="urn:microsoft.com/office/officeart/2018/5/layout/IconCircleLabelList"/>
    <dgm:cxn modelId="{AFB292E9-AD3F-47CE-AEAF-FF798C6CB464}" srcId="{472D3E16-6D7C-4DFE-9C1E-1ABC352D9360}" destId="{548CA4E9-C424-4E56-88AA-726A47013096}" srcOrd="0" destOrd="0" parTransId="{60C1F75E-C7CB-426A-A256-424BDB75A996}" sibTransId="{B4D5CC45-DDCC-480A-B56F-0A094D8957AF}"/>
    <dgm:cxn modelId="{AF80D666-6CFB-41B2-9125-E6A5A4B6E619}" type="presParOf" srcId="{27888699-779D-4239-B1B0-282F9FC7C9DE}" destId="{5717B596-990B-4AC8-BBDE-0358D5BB24E7}" srcOrd="0" destOrd="0" presId="urn:microsoft.com/office/officeart/2018/5/layout/IconCircleLabelList"/>
    <dgm:cxn modelId="{F878CC99-6B54-4951-90F8-DF3E80384EA0}" type="presParOf" srcId="{5717B596-990B-4AC8-BBDE-0358D5BB24E7}" destId="{D3316DBA-902A-4F3F-82E5-2AF90C533F7A}" srcOrd="0" destOrd="0" presId="urn:microsoft.com/office/officeart/2018/5/layout/IconCircleLabelList"/>
    <dgm:cxn modelId="{530E2DAE-6DD6-487A-A80F-12864CBC7C4E}" type="presParOf" srcId="{5717B596-990B-4AC8-BBDE-0358D5BB24E7}" destId="{E8C106C4-EDF7-4730-8E28-C2DE479B7F0E}" srcOrd="1" destOrd="0" presId="urn:microsoft.com/office/officeart/2018/5/layout/IconCircleLabelList"/>
    <dgm:cxn modelId="{DFCD7C33-1734-46B4-A960-7B531E6671A3}" type="presParOf" srcId="{5717B596-990B-4AC8-BBDE-0358D5BB24E7}" destId="{A1B8DC4C-74D3-490B-9E53-4FEDB15794E0}" srcOrd="2" destOrd="0" presId="urn:microsoft.com/office/officeart/2018/5/layout/IconCircleLabelList"/>
    <dgm:cxn modelId="{1D8280BD-2BD0-4B41-864E-91AA5A2977DF}" type="presParOf" srcId="{5717B596-990B-4AC8-BBDE-0358D5BB24E7}" destId="{76C00774-3571-4CB8-A4BC-C1A8A9C299C8}" srcOrd="3" destOrd="0" presId="urn:microsoft.com/office/officeart/2018/5/layout/IconCircleLabelList"/>
    <dgm:cxn modelId="{69D75EA1-7036-443B-8A18-7BF535E253A0}" type="presParOf" srcId="{27888699-779D-4239-B1B0-282F9FC7C9DE}" destId="{32C298D5-30CC-4363-BB8E-7EDD8DE693CD}" srcOrd="1" destOrd="0" presId="urn:microsoft.com/office/officeart/2018/5/layout/IconCircleLabelList"/>
    <dgm:cxn modelId="{D5ABBF46-7BBF-484C-BCF8-1252E8D5197B}" type="presParOf" srcId="{27888699-779D-4239-B1B0-282F9FC7C9DE}" destId="{6173B8A7-A3AC-4640-BB85-D99B01B6685C}" srcOrd="2" destOrd="0" presId="urn:microsoft.com/office/officeart/2018/5/layout/IconCircleLabelList"/>
    <dgm:cxn modelId="{58E75B0C-A75C-4E0F-A3F5-74CFA9F1F458}" type="presParOf" srcId="{6173B8A7-A3AC-4640-BB85-D99B01B6685C}" destId="{E2C2BE16-FF3A-4989-AAC4-755C8F4D9656}" srcOrd="0" destOrd="0" presId="urn:microsoft.com/office/officeart/2018/5/layout/IconCircleLabelList"/>
    <dgm:cxn modelId="{B59322FE-2AEA-4187-ABF7-A3773FA2952E}" type="presParOf" srcId="{6173B8A7-A3AC-4640-BB85-D99B01B6685C}" destId="{5DB05745-2BA1-44D3-B5AA-FCDD1567C301}" srcOrd="1" destOrd="0" presId="urn:microsoft.com/office/officeart/2018/5/layout/IconCircleLabelList"/>
    <dgm:cxn modelId="{09710F1E-E36B-41CB-990D-23572F1DF8F5}" type="presParOf" srcId="{6173B8A7-A3AC-4640-BB85-D99B01B6685C}" destId="{C074B664-02AC-437F-916E-AE47013537D5}" srcOrd="2" destOrd="0" presId="urn:microsoft.com/office/officeart/2018/5/layout/IconCircleLabelList"/>
    <dgm:cxn modelId="{EA8ADBDE-CC4B-49E2-AFE4-1A847E76B947}" type="presParOf" srcId="{6173B8A7-A3AC-4640-BB85-D99B01B6685C}" destId="{D36E2B48-29CC-46D3-9C0E-5B6E1FDF6275}" srcOrd="3" destOrd="0" presId="urn:microsoft.com/office/officeart/2018/5/layout/IconCircleLabelList"/>
    <dgm:cxn modelId="{5293936E-7512-45A3-BDF5-FA12483E765D}" type="presParOf" srcId="{27888699-779D-4239-B1B0-282F9FC7C9DE}" destId="{75A9FFB3-8D23-428C-AB7A-154C50F6C72E}" srcOrd="3" destOrd="0" presId="urn:microsoft.com/office/officeart/2018/5/layout/IconCircleLabelList"/>
    <dgm:cxn modelId="{5DA0E4C5-118E-482A-904B-1191FDB63520}" type="presParOf" srcId="{27888699-779D-4239-B1B0-282F9FC7C9DE}" destId="{E02B37C3-1829-4DD0-BFC3-C9DE86DCE1D2}" srcOrd="4" destOrd="0" presId="urn:microsoft.com/office/officeart/2018/5/layout/IconCircleLabelList"/>
    <dgm:cxn modelId="{C1328024-2BE7-410C-9C59-FB629B36AD49}" type="presParOf" srcId="{E02B37C3-1829-4DD0-BFC3-C9DE86DCE1D2}" destId="{2DF06BEC-12AD-48C6-979D-775D7DBA2E76}" srcOrd="0" destOrd="0" presId="urn:microsoft.com/office/officeart/2018/5/layout/IconCircleLabelList"/>
    <dgm:cxn modelId="{B18A8D64-5036-4E8C-950E-41BB77896701}" type="presParOf" srcId="{E02B37C3-1829-4DD0-BFC3-C9DE86DCE1D2}" destId="{6CE4F3AC-5E3F-4868-BAF7-29AD2580543B}" srcOrd="1" destOrd="0" presId="urn:microsoft.com/office/officeart/2018/5/layout/IconCircleLabelList"/>
    <dgm:cxn modelId="{B4D6BEE9-A28B-4161-9FCA-204F3101D9C7}" type="presParOf" srcId="{E02B37C3-1829-4DD0-BFC3-C9DE86DCE1D2}" destId="{FB60B551-DE32-4D51-B23A-1F0A4470C8E0}" srcOrd="2" destOrd="0" presId="urn:microsoft.com/office/officeart/2018/5/layout/IconCircleLabelList"/>
    <dgm:cxn modelId="{7B41D6B7-5748-4F1A-BC6B-F20CD4FC5AB2}" type="presParOf" srcId="{E02B37C3-1829-4DD0-BFC3-C9DE86DCE1D2}" destId="{C478DCCE-298E-4AD8-AF9E-9A250C702EB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8C1999-1DD9-4D71-851E-B79DCD9BDB7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A12216-6BB5-42EA-8E1A-D4FD17CA57DD}">
      <dgm:prSet/>
      <dgm:spPr/>
      <dgm:t>
        <a:bodyPr/>
        <a:lstStyle/>
        <a:p>
          <a:r>
            <a:rPr lang="en-GB"/>
            <a:t>Hell’s Kitchen contributes the largest share of total revenue at 34%.</a:t>
          </a:r>
          <a:endParaRPr lang="en-US"/>
        </a:p>
      </dgm:t>
    </dgm:pt>
    <dgm:pt modelId="{4CFB187B-81E9-4A95-A1CD-9214E815ADFB}" type="parTrans" cxnId="{5EAE326A-7AE1-4488-AA56-09C6EBDC6851}">
      <dgm:prSet/>
      <dgm:spPr/>
      <dgm:t>
        <a:bodyPr/>
        <a:lstStyle/>
        <a:p>
          <a:endParaRPr lang="en-US"/>
        </a:p>
      </dgm:t>
    </dgm:pt>
    <dgm:pt modelId="{29D4D892-E759-45E8-A460-B31FEF66551F}" type="sibTrans" cxnId="{5EAE326A-7AE1-4488-AA56-09C6EBDC6851}">
      <dgm:prSet/>
      <dgm:spPr/>
      <dgm:t>
        <a:bodyPr/>
        <a:lstStyle/>
        <a:p>
          <a:endParaRPr lang="en-US"/>
        </a:p>
      </dgm:t>
    </dgm:pt>
    <dgm:pt modelId="{CB96E1A4-E3B4-426F-849F-BC2ADFD6B8E6}">
      <dgm:prSet/>
      <dgm:spPr/>
      <dgm:t>
        <a:bodyPr/>
        <a:lstStyle/>
        <a:p>
          <a:r>
            <a:rPr lang="en-GB"/>
            <a:t>Astoria and Lower Manhattan generate nearly equal revenue shares, showing balanced performance.</a:t>
          </a:r>
          <a:endParaRPr lang="en-US"/>
        </a:p>
      </dgm:t>
    </dgm:pt>
    <dgm:pt modelId="{1120B80F-7395-4209-9242-99B6ADDBEC00}" type="parTrans" cxnId="{64E644F9-091B-4F89-97B4-18320D21F9E0}">
      <dgm:prSet/>
      <dgm:spPr/>
      <dgm:t>
        <a:bodyPr/>
        <a:lstStyle/>
        <a:p>
          <a:endParaRPr lang="en-US"/>
        </a:p>
      </dgm:t>
    </dgm:pt>
    <dgm:pt modelId="{EC2650AA-B22F-46C0-A1F0-EBEADE73CECF}" type="sibTrans" cxnId="{64E644F9-091B-4F89-97B4-18320D21F9E0}">
      <dgm:prSet/>
      <dgm:spPr/>
      <dgm:t>
        <a:bodyPr/>
        <a:lstStyle/>
        <a:p>
          <a:endParaRPr lang="en-US"/>
        </a:p>
      </dgm:t>
    </dgm:pt>
    <dgm:pt modelId="{E32F4E99-C5E4-46A0-AFE6-1D37D57B7B6A}">
      <dgm:prSet/>
      <dgm:spPr/>
      <dgm:t>
        <a:bodyPr/>
        <a:lstStyle/>
        <a:p>
          <a:r>
            <a:rPr lang="en-GB"/>
            <a:t>Overall, revenue distribution across stores is consistent, suggesting stable sales patterns across all locations.</a:t>
          </a:r>
          <a:endParaRPr lang="en-US"/>
        </a:p>
      </dgm:t>
    </dgm:pt>
    <dgm:pt modelId="{414917AC-7423-4EB2-A72E-C58C2DAF8DF2}" type="parTrans" cxnId="{3AB211DC-1D40-46D6-8E2E-A41FECAE2428}">
      <dgm:prSet/>
      <dgm:spPr/>
      <dgm:t>
        <a:bodyPr/>
        <a:lstStyle/>
        <a:p>
          <a:endParaRPr lang="en-US"/>
        </a:p>
      </dgm:t>
    </dgm:pt>
    <dgm:pt modelId="{5FB6B719-FEEF-4680-B0D9-27F261A8C3EF}" type="sibTrans" cxnId="{3AB211DC-1D40-46D6-8E2E-A41FECAE2428}">
      <dgm:prSet/>
      <dgm:spPr/>
      <dgm:t>
        <a:bodyPr/>
        <a:lstStyle/>
        <a:p>
          <a:endParaRPr lang="en-US"/>
        </a:p>
      </dgm:t>
    </dgm:pt>
    <dgm:pt modelId="{2B5ECA60-F18A-4EA4-9D0F-0D87E5896C0A}" type="pres">
      <dgm:prSet presAssocID="{588C1999-1DD9-4D71-851E-B79DCD9BDB7C}" presName="linear" presStyleCnt="0">
        <dgm:presLayoutVars>
          <dgm:animLvl val="lvl"/>
          <dgm:resizeHandles val="exact"/>
        </dgm:presLayoutVars>
      </dgm:prSet>
      <dgm:spPr/>
    </dgm:pt>
    <dgm:pt modelId="{29E61A30-7A9D-4999-A24E-F6FEFD73CF87}" type="pres">
      <dgm:prSet presAssocID="{D4A12216-6BB5-42EA-8E1A-D4FD17CA57D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43B4D7E-B04A-4604-9479-80923526F259}" type="pres">
      <dgm:prSet presAssocID="{29D4D892-E759-45E8-A460-B31FEF66551F}" presName="spacer" presStyleCnt="0"/>
      <dgm:spPr/>
    </dgm:pt>
    <dgm:pt modelId="{0A0AFDD3-2019-44F6-8352-B62C1EC5C30A}" type="pres">
      <dgm:prSet presAssocID="{CB96E1A4-E3B4-426F-849F-BC2ADFD6B8E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062B9C0-67BF-45C8-8535-D1ACDCCABFD6}" type="pres">
      <dgm:prSet presAssocID="{EC2650AA-B22F-46C0-A1F0-EBEADE73CECF}" presName="spacer" presStyleCnt="0"/>
      <dgm:spPr/>
    </dgm:pt>
    <dgm:pt modelId="{6F445A71-4B5D-4469-A6F9-02AC58C0ADC2}" type="pres">
      <dgm:prSet presAssocID="{E32F4E99-C5E4-46A0-AFE6-1D37D57B7B6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60B1324-A23B-4EDE-9209-859BA2B7B835}" type="presOf" srcId="{E32F4E99-C5E4-46A0-AFE6-1D37D57B7B6A}" destId="{6F445A71-4B5D-4469-A6F9-02AC58C0ADC2}" srcOrd="0" destOrd="0" presId="urn:microsoft.com/office/officeart/2005/8/layout/vList2"/>
    <dgm:cxn modelId="{5EAE326A-7AE1-4488-AA56-09C6EBDC6851}" srcId="{588C1999-1DD9-4D71-851E-B79DCD9BDB7C}" destId="{D4A12216-6BB5-42EA-8E1A-D4FD17CA57DD}" srcOrd="0" destOrd="0" parTransId="{4CFB187B-81E9-4A95-A1CD-9214E815ADFB}" sibTransId="{29D4D892-E759-45E8-A460-B31FEF66551F}"/>
    <dgm:cxn modelId="{F561644A-D3D5-4C78-852F-DF6ED23C723F}" type="presOf" srcId="{D4A12216-6BB5-42EA-8E1A-D4FD17CA57DD}" destId="{29E61A30-7A9D-4999-A24E-F6FEFD73CF87}" srcOrd="0" destOrd="0" presId="urn:microsoft.com/office/officeart/2005/8/layout/vList2"/>
    <dgm:cxn modelId="{DEFEE9A9-381F-4922-8AD8-B178B03BDC66}" type="presOf" srcId="{588C1999-1DD9-4D71-851E-B79DCD9BDB7C}" destId="{2B5ECA60-F18A-4EA4-9D0F-0D87E5896C0A}" srcOrd="0" destOrd="0" presId="urn:microsoft.com/office/officeart/2005/8/layout/vList2"/>
    <dgm:cxn modelId="{B07C56C9-6537-4C89-9451-8AAAB5B3F719}" type="presOf" srcId="{CB96E1A4-E3B4-426F-849F-BC2ADFD6B8E6}" destId="{0A0AFDD3-2019-44F6-8352-B62C1EC5C30A}" srcOrd="0" destOrd="0" presId="urn:microsoft.com/office/officeart/2005/8/layout/vList2"/>
    <dgm:cxn modelId="{3AB211DC-1D40-46D6-8E2E-A41FECAE2428}" srcId="{588C1999-1DD9-4D71-851E-B79DCD9BDB7C}" destId="{E32F4E99-C5E4-46A0-AFE6-1D37D57B7B6A}" srcOrd="2" destOrd="0" parTransId="{414917AC-7423-4EB2-A72E-C58C2DAF8DF2}" sibTransId="{5FB6B719-FEEF-4680-B0D9-27F261A8C3EF}"/>
    <dgm:cxn modelId="{64E644F9-091B-4F89-97B4-18320D21F9E0}" srcId="{588C1999-1DD9-4D71-851E-B79DCD9BDB7C}" destId="{CB96E1A4-E3B4-426F-849F-BC2ADFD6B8E6}" srcOrd="1" destOrd="0" parTransId="{1120B80F-7395-4209-9242-99B6ADDBEC00}" sibTransId="{EC2650AA-B22F-46C0-A1F0-EBEADE73CECF}"/>
    <dgm:cxn modelId="{30EFF6A1-E1AC-4718-B034-C6A64A8F55A9}" type="presParOf" srcId="{2B5ECA60-F18A-4EA4-9D0F-0D87E5896C0A}" destId="{29E61A30-7A9D-4999-A24E-F6FEFD73CF87}" srcOrd="0" destOrd="0" presId="urn:microsoft.com/office/officeart/2005/8/layout/vList2"/>
    <dgm:cxn modelId="{BCD0C16E-FF26-41B8-A937-1877637CB63B}" type="presParOf" srcId="{2B5ECA60-F18A-4EA4-9D0F-0D87E5896C0A}" destId="{843B4D7E-B04A-4604-9479-80923526F259}" srcOrd="1" destOrd="0" presId="urn:microsoft.com/office/officeart/2005/8/layout/vList2"/>
    <dgm:cxn modelId="{4B30553C-F0F7-49F3-87FB-9BC68A89E961}" type="presParOf" srcId="{2B5ECA60-F18A-4EA4-9D0F-0D87E5896C0A}" destId="{0A0AFDD3-2019-44F6-8352-B62C1EC5C30A}" srcOrd="2" destOrd="0" presId="urn:microsoft.com/office/officeart/2005/8/layout/vList2"/>
    <dgm:cxn modelId="{EB0FE172-2158-4EEB-A976-E65A75CC028C}" type="presParOf" srcId="{2B5ECA60-F18A-4EA4-9D0F-0D87E5896C0A}" destId="{C062B9C0-67BF-45C8-8535-D1ACDCCABFD6}" srcOrd="3" destOrd="0" presId="urn:microsoft.com/office/officeart/2005/8/layout/vList2"/>
    <dgm:cxn modelId="{0E2C68C2-6209-4C93-A339-1AF8AB9E8C16}" type="presParOf" srcId="{2B5ECA60-F18A-4EA4-9D0F-0D87E5896C0A}" destId="{6F445A71-4B5D-4469-A6F9-02AC58C0ADC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037981-10BB-49EC-8BDD-A34D5CE8D7CC}" type="doc">
      <dgm:prSet loTypeId="urn:microsoft.com/office/officeart/2005/8/layout/hChevron3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79CB67F-5B39-4745-8328-2FAD8C06FBBB}">
      <dgm:prSet/>
      <dgm:spPr/>
      <dgm:t>
        <a:bodyPr/>
        <a:lstStyle/>
        <a:p>
          <a:r>
            <a:rPr lang="en-GB"/>
            <a:t>Steady Monthly Growth:</a:t>
          </a:r>
          <a:br>
            <a:rPr lang="en-GB"/>
          </a:br>
          <a:r>
            <a:rPr lang="en-GB"/>
            <a:t>Revenue shows a consistent upward trend from January through June, with June being the highest-earning month. This indicates increasing customer engagement and possibly seasonal growth in coffee consumption.</a:t>
          </a:r>
          <a:endParaRPr lang="en-US"/>
        </a:p>
      </dgm:t>
    </dgm:pt>
    <dgm:pt modelId="{B2DCB16B-DEBE-470C-B8D4-005F643475CF}" type="parTrans" cxnId="{005264FB-E2DD-44FD-AAA9-B6C4843B88F6}">
      <dgm:prSet/>
      <dgm:spPr/>
      <dgm:t>
        <a:bodyPr/>
        <a:lstStyle/>
        <a:p>
          <a:endParaRPr lang="en-US"/>
        </a:p>
      </dgm:t>
    </dgm:pt>
    <dgm:pt modelId="{CF4CBB11-C8F2-45B1-B3A1-D115F11515DA}" type="sibTrans" cxnId="{005264FB-E2DD-44FD-AAA9-B6C4843B88F6}">
      <dgm:prSet/>
      <dgm:spPr/>
      <dgm:t>
        <a:bodyPr/>
        <a:lstStyle/>
        <a:p>
          <a:endParaRPr lang="en-US"/>
        </a:p>
      </dgm:t>
    </dgm:pt>
    <dgm:pt modelId="{3AD575E9-10D2-48CB-B9B2-73D0E71927DE}">
      <dgm:prSet/>
      <dgm:spPr/>
      <dgm:t>
        <a:bodyPr/>
        <a:lstStyle/>
        <a:p>
          <a:r>
            <a:rPr lang="en-GB"/>
            <a:t>Morning Dominates Daily Sales:</a:t>
          </a:r>
          <a:br>
            <a:rPr lang="en-GB"/>
          </a:br>
          <a:r>
            <a:rPr lang="en-GB"/>
            <a:t>The morning period </a:t>
          </a:r>
          <a:r>
            <a:rPr lang="en-GB" b="1"/>
            <a:t>(</a:t>
          </a:r>
          <a:r>
            <a:rPr lang="en-GB"/>
            <a:t>6 AM – 11:59 AM</a:t>
          </a:r>
          <a:r>
            <a:rPr lang="en-GB" b="1"/>
            <a:t>)</a:t>
          </a:r>
          <a:r>
            <a:rPr lang="en-GB"/>
            <a:t> generates the highest revenue across all stores. This aligns with customer habits of purchasing coffee and breakfast items before or during work hours.</a:t>
          </a:r>
          <a:endParaRPr lang="en-US"/>
        </a:p>
      </dgm:t>
    </dgm:pt>
    <dgm:pt modelId="{646BE95A-F859-4614-87C4-936EC37990CC}" type="parTrans" cxnId="{4CCBBF10-BF24-4F6C-ADB3-F9F828506C7A}">
      <dgm:prSet/>
      <dgm:spPr/>
      <dgm:t>
        <a:bodyPr/>
        <a:lstStyle/>
        <a:p>
          <a:endParaRPr lang="en-US"/>
        </a:p>
      </dgm:t>
    </dgm:pt>
    <dgm:pt modelId="{2056BBF5-BF59-4A7B-8F6B-54DB14098F31}" type="sibTrans" cxnId="{4CCBBF10-BF24-4F6C-ADB3-F9F828506C7A}">
      <dgm:prSet/>
      <dgm:spPr/>
      <dgm:t>
        <a:bodyPr/>
        <a:lstStyle/>
        <a:p>
          <a:endParaRPr lang="en-US"/>
        </a:p>
      </dgm:t>
    </dgm:pt>
    <dgm:pt modelId="{E93FAB7C-DE43-4E5A-897B-B68E6FB02406}" type="pres">
      <dgm:prSet presAssocID="{A8037981-10BB-49EC-8BDD-A34D5CE8D7CC}" presName="Name0" presStyleCnt="0">
        <dgm:presLayoutVars>
          <dgm:dir/>
          <dgm:resizeHandles val="exact"/>
        </dgm:presLayoutVars>
      </dgm:prSet>
      <dgm:spPr/>
    </dgm:pt>
    <dgm:pt modelId="{222F5E81-01B1-4C53-85DA-A62DB3388665}" type="pres">
      <dgm:prSet presAssocID="{679CB67F-5B39-4745-8328-2FAD8C06FBBB}" presName="parTxOnly" presStyleLbl="node1" presStyleIdx="0" presStyleCnt="2">
        <dgm:presLayoutVars>
          <dgm:bulletEnabled val="1"/>
        </dgm:presLayoutVars>
      </dgm:prSet>
      <dgm:spPr/>
    </dgm:pt>
    <dgm:pt modelId="{BD123295-6CEC-4057-9F7F-B2BDDA9C5F22}" type="pres">
      <dgm:prSet presAssocID="{CF4CBB11-C8F2-45B1-B3A1-D115F11515DA}" presName="parSpace" presStyleCnt="0"/>
      <dgm:spPr/>
    </dgm:pt>
    <dgm:pt modelId="{4D8D483C-7A7A-4923-84BF-7C65CDACFE68}" type="pres">
      <dgm:prSet presAssocID="{3AD575E9-10D2-48CB-B9B2-73D0E71927DE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4CCBBF10-BF24-4F6C-ADB3-F9F828506C7A}" srcId="{A8037981-10BB-49EC-8BDD-A34D5CE8D7CC}" destId="{3AD575E9-10D2-48CB-B9B2-73D0E71927DE}" srcOrd="1" destOrd="0" parTransId="{646BE95A-F859-4614-87C4-936EC37990CC}" sibTransId="{2056BBF5-BF59-4A7B-8F6B-54DB14098F31}"/>
    <dgm:cxn modelId="{86A5DE3D-AF2A-4581-8AC6-D02A73700A16}" type="presOf" srcId="{A8037981-10BB-49EC-8BDD-A34D5CE8D7CC}" destId="{E93FAB7C-DE43-4E5A-897B-B68E6FB02406}" srcOrd="0" destOrd="0" presId="urn:microsoft.com/office/officeart/2005/8/layout/hChevron3"/>
    <dgm:cxn modelId="{114AB3A0-75A0-4779-A414-55A8C4A7BFD7}" type="presOf" srcId="{679CB67F-5B39-4745-8328-2FAD8C06FBBB}" destId="{222F5E81-01B1-4C53-85DA-A62DB3388665}" srcOrd="0" destOrd="0" presId="urn:microsoft.com/office/officeart/2005/8/layout/hChevron3"/>
    <dgm:cxn modelId="{AD2B05DD-C984-451F-A57F-2D9A1D94982D}" type="presOf" srcId="{3AD575E9-10D2-48CB-B9B2-73D0E71927DE}" destId="{4D8D483C-7A7A-4923-84BF-7C65CDACFE68}" srcOrd="0" destOrd="0" presId="urn:microsoft.com/office/officeart/2005/8/layout/hChevron3"/>
    <dgm:cxn modelId="{005264FB-E2DD-44FD-AAA9-B6C4843B88F6}" srcId="{A8037981-10BB-49EC-8BDD-A34D5CE8D7CC}" destId="{679CB67F-5B39-4745-8328-2FAD8C06FBBB}" srcOrd="0" destOrd="0" parTransId="{B2DCB16B-DEBE-470C-B8D4-005F643475CF}" sibTransId="{CF4CBB11-C8F2-45B1-B3A1-D115F11515DA}"/>
    <dgm:cxn modelId="{6C8CA459-D26E-4096-8B66-F5C652F4A660}" type="presParOf" srcId="{E93FAB7C-DE43-4E5A-897B-B68E6FB02406}" destId="{222F5E81-01B1-4C53-85DA-A62DB3388665}" srcOrd="0" destOrd="0" presId="urn:microsoft.com/office/officeart/2005/8/layout/hChevron3"/>
    <dgm:cxn modelId="{F7C867F9-9BD0-4D2A-9304-98002C9C6EB0}" type="presParOf" srcId="{E93FAB7C-DE43-4E5A-897B-B68E6FB02406}" destId="{BD123295-6CEC-4057-9F7F-B2BDDA9C5F22}" srcOrd="1" destOrd="0" presId="urn:microsoft.com/office/officeart/2005/8/layout/hChevron3"/>
    <dgm:cxn modelId="{02D9A5B8-03EE-400E-B4FF-1BF4DB9C9D2E}" type="presParOf" srcId="{E93FAB7C-DE43-4E5A-897B-B68E6FB02406}" destId="{4D8D483C-7A7A-4923-84BF-7C65CDACFE68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4A2A90C-412A-4692-8206-220888879790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01D8769-0901-4A43-91F6-3E290CA41F45}">
      <dgm:prSet/>
      <dgm:spPr/>
      <dgm:t>
        <a:bodyPr/>
        <a:lstStyle/>
        <a:p>
          <a:r>
            <a:rPr lang="en-GB"/>
            <a:t>Business Implication:</a:t>
          </a:r>
          <a:endParaRPr lang="en-US"/>
        </a:p>
      </dgm:t>
    </dgm:pt>
    <dgm:pt modelId="{04D2CD46-B3E7-41F3-A404-785BB1510947}" type="parTrans" cxnId="{6BB5482A-3772-4190-BC93-64649CD7B27E}">
      <dgm:prSet/>
      <dgm:spPr/>
      <dgm:t>
        <a:bodyPr/>
        <a:lstStyle/>
        <a:p>
          <a:endParaRPr lang="en-US"/>
        </a:p>
      </dgm:t>
    </dgm:pt>
    <dgm:pt modelId="{F8CA6793-9E05-4C34-86B0-D21EEB1869B4}" type="sibTrans" cxnId="{6BB5482A-3772-4190-BC93-64649CD7B27E}">
      <dgm:prSet/>
      <dgm:spPr/>
      <dgm:t>
        <a:bodyPr/>
        <a:lstStyle/>
        <a:p>
          <a:endParaRPr lang="en-US"/>
        </a:p>
      </dgm:t>
    </dgm:pt>
    <dgm:pt modelId="{A08901B2-6FB0-4CB2-ADEB-C8E03D1075BB}">
      <dgm:prSet/>
      <dgm:spPr/>
      <dgm:t>
        <a:bodyPr/>
        <a:lstStyle/>
        <a:p>
          <a:r>
            <a:rPr lang="en-GB"/>
            <a:t>Focus marketing and staffing efforts during morning hours and peak months (May–June) to maximize efficiency. Consider promotions or menu adjustments to boost sales during afternoons and evenings.</a:t>
          </a:r>
          <a:endParaRPr lang="en-US"/>
        </a:p>
      </dgm:t>
    </dgm:pt>
    <dgm:pt modelId="{1C1DBB63-AB04-4FCA-936C-52E4DEE2024D}" type="parTrans" cxnId="{22A95C37-3B78-4BED-8B61-23EECFD9FF4F}">
      <dgm:prSet/>
      <dgm:spPr/>
      <dgm:t>
        <a:bodyPr/>
        <a:lstStyle/>
        <a:p>
          <a:endParaRPr lang="en-US"/>
        </a:p>
      </dgm:t>
    </dgm:pt>
    <dgm:pt modelId="{3FBF43FD-A003-4AB5-8A82-14504F0B4006}" type="sibTrans" cxnId="{22A95C37-3B78-4BED-8B61-23EECFD9FF4F}">
      <dgm:prSet/>
      <dgm:spPr/>
      <dgm:t>
        <a:bodyPr/>
        <a:lstStyle/>
        <a:p>
          <a:endParaRPr lang="en-US"/>
        </a:p>
      </dgm:t>
    </dgm:pt>
    <dgm:pt modelId="{476B2AB9-9A18-4697-90A2-B920EC06026C}" type="pres">
      <dgm:prSet presAssocID="{94A2A90C-412A-4692-8206-220888879790}" presName="linear" presStyleCnt="0">
        <dgm:presLayoutVars>
          <dgm:animLvl val="lvl"/>
          <dgm:resizeHandles val="exact"/>
        </dgm:presLayoutVars>
      </dgm:prSet>
      <dgm:spPr/>
    </dgm:pt>
    <dgm:pt modelId="{306D6B02-AAC6-48A2-9185-353D0A9DA2A7}" type="pres">
      <dgm:prSet presAssocID="{801D8769-0901-4A43-91F6-3E290CA41F45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80F8E1A-FAAE-4DF0-B16E-F356BE3A10B3}" type="pres">
      <dgm:prSet presAssocID="{801D8769-0901-4A43-91F6-3E290CA41F4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701EB29-26A9-4396-B62D-C113986BDBB9}" type="presOf" srcId="{A08901B2-6FB0-4CB2-ADEB-C8E03D1075BB}" destId="{080F8E1A-FAAE-4DF0-B16E-F356BE3A10B3}" srcOrd="0" destOrd="0" presId="urn:microsoft.com/office/officeart/2005/8/layout/vList2"/>
    <dgm:cxn modelId="{6BB5482A-3772-4190-BC93-64649CD7B27E}" srcId="{94A2A90C-412A-4692-8206-220888879790}" destId="{801D8769-0901-4A43-91F6-3E290CA41F45}" srcOrd="0" destOrd="0" parTransId="{04D2CD46-B3E7-41F3-A404-785BB1510947}" sibTransId="{F8CA6793-9E05-4C34-86B0-D21EEB1869B4}"/>
    <dgm:cxn modelId="{8412632C-DA37-4679-B7E0-F30609E091E3}" type="presOf" srcId="{801D8769-0901-4A43-91F6-3E290CA41F45}" destId="{306D6B02-AAC6-48A2-9185-353D0A9DA2A7}" srcOrd="0" destOrd="0" presId="urn:microsoft.com/office/officeart/2005/8/layout/vList2"/>
    <dgm:cxn modelId="{22A95C37-3B78-4BED-8B61-23EECFD9FF4F}" srcId="{801D8769-0901-4A43-91F6-3E290CA41F45}" destId="{A08901B2-6FB0-4CB2-ADEB-C8E03D1075BB}" srcOrd="0" destOrd="0" parTransId="{1C1DBB63-AB04-4FCA-936C-52E4DEE2024D}" sibTransId="{3FBF43FD-A003-4AB5-8A82-14504F0B4006}"/>
    <dgm:cxn modelId="{B8D1A36A-4B6C-425A-A728-958D1C519DFA}" type="presOf" srcId="{94A2A90C-412A-4692-8206-220888879790}" destId="{476B2AB9-9A18-4697-90A2-B920EC06026C}" srcOrd="0" destOrd="0" presId="urn:microsoft.com/office/officeart/2005/8/layout/vList2"/>
    <dgm:cxn modelId="{03C3578A-0719-48F4-AEB0-6DEE6ED3ED3B}" type="presParOf" srcId="{476B2AB9-9A18-4697-90A2-B920EC06026C}" destId="{306D6B02-AAC6-48A2-9185-353D0A9DA2A7}" srcOrd="0" destOrd="0" presId="urn:microsoft.com/office/officeart/2005/8/layout/vList2"/>
    <dgm:cxn modelId="{F554D402-4C65-4748-9207-96DC0CF3A02A}" type="presParOf" srcId="{476B2AB9-9A18-4697-90A2-B920EC06026C}" destId="{080F8E1A-FAAE-4DF0-B16E-F356BE3A10B3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7514D92-EA40-40A9-A29C-61C641228DE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ECABC97-2237-4180-B3DA-A2B607D9B244}">
      <dgm:prSet/>
      <dgm:spPr/>
      <dgm:t>
        <a:bodyPr/>
        <a:lstStyle/>
        <a:p>
          <a:r>
            <a:rPr lang="en-GB"/>
            <a:t>This pattern suggests fewer customers in-store later in the day, possibly due to work schedules or reduced commuter traffic.</a:t>
          </a:r>
          <a:endParaRPr lang="en-US"/>
        </a:p>
      </dgm:t>
    </dgm:pt>
    <dgm:pt modelId="{63AE0CD9-37D9-4250-B9CD-4D7C345B3179}" type="parTrans" cxnId="{E4D8ECB2-7E5D-4FBA-916C-ABAAFBCAE933}">
      <dgm:prSet/>
      <dgm:spPr/>
      <dgm:t>
        <a:bodyPr/>
        <a:lstStyle/>
        <a:p>
          <a:endParaRPr lang="en-US"/>
        </a:p>
      </dgm:t>
    </dgm:pt>
    <dgm:pt modelId="{D82BF949-6C8D-4076-ADED-7B0EAE5209B5}" type="sibTrans" cxnId="{E4D8ECB2-7E5D-4FBA-916C-ABAAFBCAE933}">
      <dgm:prSet/>
      <dgm:spPr/>
      <dgm:t>
        <a:bodyPr/>
        <a:lstStyle/>
        <a:p>
          <a:endParaRPr lang="en-US"/>
        </a:p>
      </dgm:t>
    </dgm:pt>
    <dgm:pt modelId="{505D5977-2D02-4E8E-BD1F-7B420B63F830}">
      <dgm:prSet/>
      <dgm:spPr/>
      <dgm:t>
        <a:bodyPr/>
        <a:lstStyle/>
        <a:p>
          <a:r>
            <a:rPr lang="en-GB"/>
            <a:t>Nighttime revenue is negligible</a:t>
          </a:r>
          <a:endParaRPr lang="en-US"/>
        </a:p>
      </dgm:t>
    </dgm:pt>
    <dgm:pt modelId="{4B1060C4-A424-48A5-9621-DF0DEF518C7F}" type="parTrans" cxnId="{AB8CC7C2-0F03-4DDC-831F-8DCC3F823BB6}">
      <dgm:prSet/>
      <dgm:spPr/>
      <dgm:t>
        <a:bodyPr/>
        <a:lstStyle/>
        <a:p>
          <a:endParaRPr lang="en-US"/>
        </a:p>
      </dgm:t>
    </dgm:pt>
    <dgm:pt modelId="{41D877DD-9B0D-4537-B555-98BD8596CDAA}" type="sibTrans" cxnId="{AB8CC7C2-0F03-4DDC-831F-8DCC3F823BB6}">
      <dgm:prSet/>
      <dgm:spPr/>
      <dgm:t>
        <a:bodyPr/>
        <a:lstStyle/>
        <a:p>
          <a:endParaRPr lang="en-US"/>
        </a:p>
      </dgm:t>
    </dgm:pt>
    <dgm:pt modelId="{BC81D676-6F23-4823-B527-27013EBE79AD}">
      <dgm:prSet/>
      <dgm:spPr/>
      <dgm:t>
        <a:bodyPr/>
        <a:lstStyle/>
        <a:p>
          <a:r>
            <a:rPr lang="en-GB"/>
            <a:t>Sales after 8 PM are almost non-existent, implying minimal late-night demand and limited business justification for extended operating hours.</a:t>
          </a:r>
          <a:endParaRPr lang="en-US"/>
        </a:p>
      </dgm:t>
    </dgm:pt>
    <dgm:pt modelId="{F11F3852-63B0-47A4-B01A-E9834AB9D74D}" type="parTrans" cxnId="{B8AD0856-9A96-4CB9-8C16-2BAD9F25F802}">
      <dgm:prSet/>
      <dgm:spPr/>
      <dgm:t>
        <a:bodyPr/>
        <a:lstStyle/>
        <a:p>
          <a:endParaRPr lang="en-US"/>
        </a:p>
      </dgm:t>
    </dgm:pt>
    <dgm:pt modelId="{2141A148-0B63-4D32-BD92-90D9912C26D0}" type="sibTrans" cxnId="{B8AD0856-9A96-4CB9-8C16-2BAD9F25F802}">
      <dgm:prSet/>
      <dgm:spPr/>
      <dgm:t>
        <a:bodyPr/>
        <a:lstStyle/>
        <a:p>
          <a:endParaRPr lang="en-US"/>
        </a:p>
      </dgm:t>
    </dgm:pt>
    <dgm:pt modelId="{291DED8D-B9A3-4A8D-B3DD-EEFC1B4DDBF7}">
      <dgm:prSet/>
      <dgm:spPr/>
      <dgm:t>
        <a:bodyPr/>
        <a:lstStyle/>
        <a:p>
          <a:r>
            <a:rPr lang="en-GB"/>
            <a:t>Operational insight</a:t>
          </a:r>
          <a:endParaRPr lang="en-US"/>
        </a:p>
      </dgm:t>
    </dgm:pt>
    <dgm:pt modelId="{07E85740-60AA-4704-A64B-0D828F79F974}" type="parTrans" cxnId="{9CCAE565-90CE-410C-B948-C19DB9B5A21A}">
      <dgm:prSet/>
      <dgm:spPr/>
      <dgm:t>
        <a:bodyPr/>
        <a:lstStyle/>
        <a:p>
          <a:endParaRPr lang="en-US"/>
        </a:p>
      </dgm:t>
    </dgm:pt>
    <dgm:pt modelId="{CD5048D2-EBD7-46F6-937B-D99E6184D1AE}" type="sibTrans" cxnId="{9CCAE565-90CE-410C-B948-C19DB9B5A21A}">
      <dgm:prSet/>
      <dgm:spPr/>
      <dgm:t>
        <a:bodyPr/>
        <a:lstStyle/>
        <a:p>
          <a:endParaRPr lang="en-US"/>
        </a:p>
      </dgm:t>
    </dgm:pt>
    <dgm:pt modelId="{8A67F465-8A2A-4F54-923F-7F9494ABA1AC}">
      <dgm:prSet/>
      <dgm:spPr/>
      <dgm:t>
        <a:bodyPr/>
        <a:lstStyle/>
        <a:p>
          <a:r>
            <a:rPr lang="en-GB"/>
            <a:t>The business could optimize staffing and inventory around morning peaks and explore promotions or delivery options to boost afternoon and evening performance.</a:t>
          </a:r>
          <a:endParaRPr lang="en-US"/>
        </a:p>
      </dgm:t>
    </dgm:pt>
    <dgm:pt modelId="{77008C36-F047-46F7-9EB2-6F4BB2B21706}" type="parTrans" cxnId="{737AAD5B-7412-4E3D-BAD0-6F4881C1331E}">
      <dgm:prSet/>
      <dgm:spPr/>
      <dgm:t>
        <a:bodyPr/>
        <a:lstStyle/>
        <a:p>
          <a:endParaRPr lang="en-US"/>
        </a:p>
      </dgm:t>
    </dgm:pt>
    <dgm:pt modelId="{9382F54A-5E4A-4733-87F2-24F7294B460C}" type="sibTrans" cxnId="{737AAD5B-7412-4E3D-BAD0-6F4881C1331E}">
      <dgm:prSet/>
      <dgm:spPr/>
      <dgm:t>
        <a:bodyPr/>
        <a:lstStyle/>
        <a:p>
          <a:endParaRPr lang="en-US"/>
        </a:p>
      </dgm:t>
    </dgm:pt>
    <dgm:pt modelId="{1257B426-B1F5-4EFD-A203-650CA2048403}" type="pres">
      <dgm:prSet presAssocID="{67514D92-EA40-40A9-A29C-61C641228DEB}" presName="linear" presStyleCnt="0">
        <dgm:presLayoutVars>
          <dgm:animLvl val="lvl"/>
          <dgm:resizeHandles val="exact"/>
        </dgm:presLayoutVars>
      </dgm:prSet>
      <dgm:spPr/>
    </dgm:pt>
    <dgm:pt modelId="{9B43F51A-F2EF-4C55-8415-5968099B7E06}" type="pres">
      <dgm:prSet presAssocID="{FECABC97-2237-4180-B3DA-A2B607D9B24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08BF70A-5B98-4B1D-9B19-DA5470CD0FB7}" type="pres">
      <dgm:prSet presAssocID="{D82BF949-6C8D-4076-ADED-7B0EAE5209B5}" presName="spacer" presStyleCnt="0"/>
      <dgm:spPr/>
    </dgm:pt>
    <dgm:pt modelId="{5BAE5F2E-CB70-4084-B61B-7F4B94C32923}" type="pres">
      <dgm:prSet presAssocID="{505D5977-2D02-4E8E-BD1F-7B420B63F83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A8E2BD5-2FD3-448F-A32A-40060B20D0A7}" type="pres">
      <dgm:prSet presAssocID="{41D877DD-9B0D-4537-B555-98BD8596CDAA}" presName="spacer" presStyleCnt="0"/>
      <dgm:spPr/>
    </dgm:pt>
    <dgm:pt modelId="{86DBA31A-894E-4253-B708-B2C2B8763DE4}" type="pres">
      <dgm:prSet presAssocID="{BC81D676-6F23-4823-B527-27013EBE79A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C46C0DA-98F2-4D1C-9E98-3B3083569EC6}" type="pres">
      <dgm:prSet presAssocID="{2141A148-0B63-4D32-BD92-90D9912C26D0}" presName="spacer" presStyleCnt="0"/>
      <dgm:spPr/>
    </dgm:pt>
    <dgm:pt modelId="{5347C168-57B0-47AE-AAAD-A0E72C722AA4}" type="pres">
      <dgm:prSet presAssocID="{291DED8D-B9A3-4A8D-B3DD-EEFC1B4DDBF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75922B7-02BA-4B46-BE06-094B5D23FDAB}" type="pres">
      <dgm:prSet presAssocID="{CD5048D2-EBD7-46F6-937B-D99E6184D1AE}" presName="spacer" presStyleCnt="0"/>
      <dgm:spPr/>
    </dgm:pt>
    <dgm:pt modelId="{38209E62-7C90-4076-B071-6D734F4C48AC}" type="pres">
      <dgm:prSet presAssocID="{8A67F465-8A2A-4F54-923F-7F9494ABA1A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D6FA35B-CA3F-4549-86F1-0CE11C237A89}" type="presOf" srcId="{67514D92-EA40-40A9-A29C-61C641228DEB}" destId="{1257B426-B1F5-4EFD-A203-650CA2048403}" srcOrd="0" destOrd="0" presId="urn:microsoft.com/office/officeart/2005/8/layout/vList2"/>
    <dgm:cxn modelId="{737AAD5B-7412-4E3D-BAD0-6F4881C1331E}" srcId="{67514D92-EA40-40A9-A29C-61C641228DEB}" destId="{8A67F465-8A2A-4F54-923F-7F9494ABA1AC}" srcOrd="4" destOrd="0" parTransId="{77008C36-F047-46F7-9EB2-6F4BB2B21706}" sibTransId="{9382F54A-5E4A-4733-87F2-24F7294B460C}"/>
    <dgm:cxn modelId="{A4688360-EFFA-4812-AD56-2A01C8A04159}" type="presOf" srcId="{BC81D676-6F23-4823-B527-27013EBE79AD}" destId="{86DBA31A-894E-4253-B708-B2C2B8763DE4}" srcOrd="0" destOrd="0" presId="urn:microsoft.com/office/officeart/2005/8/layout/vList2"/>
    <dgm:cxn modelId="{E7140A41-E286-46EB-83CF-7891AA1CD364}" type="presOf" srcId="{505D5977-2D02-4E8E-BD1F-7B420B63F830}" destId="{5BAE5F2E-CB70-4084-B61B-7F4B94C32923}" srcOrd="0" destOrd="0" presId="urn:microsoft.com/office/officeart/2005/8/layout/vList2"/>
    <dgm:cxn modelId="{9CCAE565-90CE-410C-B948-C19DB9B5A21A}" srcId="{67514D92-EA40-40A9-A29C-61C641228DEB}" destId="{291DED8D-B9A3-4A8D-B3DD-EEFC1B4DDBF7}" srcOrd="3" destOrd="0" parTransId="{07E85740-60AA-4704-A64B-0D828F79F974}" sibTransId="{CD5048D2-EBD7-46F6-937B-D99E6184D1AE}"/>
    <dgm:cxn modelId="{45CDA16C-FC8D-44F2-BACE-5A5EA4C342D0}" type="presOf" srcId="{FECABC97-2237-4180-B3DA-A2B607D9B244}" destId="{9B43F51A-F2EF-4C55-8415-5968099B7E06}" srcOrd="0" destOrd="0" presId="urn:microsoft.com/office/officeart/2005/8/layout/vList2"/>
    <dgm:cxn modelId="{B8AD0856-9A96-4CB9-8C16-2BAD9F25F802}" srcId="{67514D92-EA40-40A9-A29C-61C641228DEB}" destId="{BC81D676-6F23-4823-B527-27013EBE79AD}" srcOrd="2" destOrd="0" parTransId="{F11F3852-63B0-47A4-B01A-E9834AB9D74D}" sibTransId="{2141A148-0B63-4D32-BD92-90D9912C26D0}"/>
    <dgm:cxn modelId="{E4D8ECB2-7E5D-4FBA-916C-ABAAFBCAE933}" srcId="{67514D92-EA40-40A9-A29C-61C641228DEB}" destId="{FECABC97-2237-4180-B3DA-A2B607D9B244}" srcOrd="0" destOrd="0" parTransId="{63AE0CD9-37D9-4250-B9CD-4D7C345B3179}" sibTransId="{D82BF949-6C8D-4076-ADED-7B0EAE5209B5}"/>
    <dgm:cxn modelId="{5DB8B5B5-7ECB-4248-8F0F-79A3B9690A32}" type="presOf" srcId="{291DED8D-B9A3-4A8D-B3DD-EEFC1B4DDBF7}" destId="{5347C168-57B0-47AE-AAAD-A0E72C722AA4}" srcOrd="0" destOrd="0" presId="urn:microsoft.com/office/officeart/2005/8/layout/vList2"/>
    <dgm:cxn modelId="{AB8CC7C2-0F03-4DDC-831F-8DCC3F823BB6}" srcId="{67514D92-EA40-40A9-A29C-61C641228DEB}" destId="{505D5977-2D02-4E8E-BD1F-7B420B63F830}" srcOrd="1" destOrd="0" parTransId="{4B1060C4-A424-48A5-9621-DF0DEF518C7F}" sibTransId="{41D877DD-9B0D-4537-B555-98BD8596CDAA}"/>
    <dgm:cxn modelId="{2F3893CB-696B-4439-A222-46B04AB35357}" type="presOf" srcId="{8A67F465-8A2A-4F54-923F-7F9494ABA1AC}" destId="{38209E62-7C90-4076-B071-6D734F4C48AC}" srcOrd="0" destOrd="0" presId="urn:microsoft.com/office/officeart/2005/8/layout/vList2"/>
    <dgm:cxn modelId="{72EB789B-5D93-45ED-9EA1-0A4781182F35}" type="presParOf" srcId="{1257B426-B1F5-4EFD-A203-650CA2048403}" destId="{9B43F51A-F2EF-4C55-8415-5968099B7E06}" srcOrd="0" destOrd="0" presId="urn:microsoft.com/office/officeart/2005/8/layout/vList2"/>
    <dgm:cxn modelId="{E468F81F-84DE-45B4-AF17-DCB97CCED841}" type="presParOf" srcId="{1257B426-B1F5-4EFD-A203-650CA2048403}" destId="{E08BF70A-5B98-4B1D-9B19-DA5470CD0FB7}" srcOrd="1" destOrd="0" presId="urn:microsoft.com/office/officeart/2005/8/layout/vList2"/>
    <dgm:cxn modelId="{AC12D78A-5C70-4CA1-AEEF-A7E57504064E}" type="presParOf" srcId="{1257B426-B1F5-4EFD-A203-650CA2048403}" destId="{5BAE5F2E-CB70-4084-B61B-7F4B94C32923}" srcOrd="2" destOrd="0" presId="urn:microsoft.com/office/officeart/2005/8/layout/vList2"/>
    <dgm:cxn modelId="{713577E5-1CEF-45DE-BAC8-719C81B2E43C}" type="presParOf" srcId="{1257B426-B1F5-4EFD-A203-650CA2048403}" destId="{7A8E2BD5-2FD3-448F-A32A-40060B20D0A7}" srcOrd="3" destOrd="0" presId="urn:microsoft.com/office/officeart/2005/8/layout/vList2"/>
    <dgm:cxn modelId="{2764C5C3-39B8-4F81-BD6F-47A2C6FD11FE}" type="presParOf" srcId="{1257B426-B1F5-4EFD-A203-650CA2048403}" destId="{86DBA31A-894E-4253-B708-B2C2B8763DE4}" srcOrd="4" destOrd="0" presId="urn:microsoft.com/office/officeart/2005/8/layout/vList2"/>
    <dgm:cxn modelId="{E40B2282-B9A4-49DA-AB49-350E286BD067}" type="presParOf" srcId="{1257B426-B1F5-4EFD-A203-650CA2048403}" destId="{CC46C0DA-98F2-4D1C-9E98-3B3083569EC6}" srcOrd="5" destOrd="0" presId="urn:microsoft.com/office/officeart/2005/8/layout/vList2"/>
    <dgm:cxn modelId="{95F2D147-B61D-4E83-B9F2-A253C18A118E}" type="presParOf" srcId="{1257B426-B1F5-4EFD-A203-650CA2048403}" destId="{5347C168-57B0-47AE-AAAD-A0E72C722AA4}" srcOrd="6" destOrd="0" presId="urn:microsoft.com/office/officeart/2005/8/layout/vList2"/>
    <dgm:cxn modelId="{98B54A42-46F1-43B9-9044-CD8ADEE1465D}" type="presParOf" srcId="{1257B426-B1F5-4EFD-A203-650CA2048403}" destId="{E75922B7-02BA-4B46-BE06-094B5D23FDAB}" srcOrd="7" destOrd="0" presId="urn:microsoft.com/office/officeart/2005/8/layout/vList2"/>
    <dgm:cxn modelId="{4567A44A-5345-46B7-A434-22557B278A44}" type="presParOf" srcId="{1257B426-B1F5-4EFD-A203-650CA2048403}" destId="{38209E62-7C90-4076-B071-6D734F4C48A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671BCB7-EE6F-4FFC-B220-AC9CECB53BA0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245375D-B088-4CFE-AD1C-BE3C9EAC8EB5}">
      <dgm:prSet/>
      <dgm:spPr/>
      <dgm:t>
        <a:bodyPr/>
        <a:lstStyle/>
        <a:p>
          <a:r>
            <a:rPr lang="en-GB"/>
            <a:t>Low-performing categories</a:t>
          </a:r>
          <a:endParaRPr lang="en-US"/>
        </a:p>
      </dgm:t>
    </dgm:pt>
    <dgm:pt modelId="{649F3BDF-73EC-4FE0-886F-2FB10AC92280}" type="parTrans" cxnId="{A0FCDC09-86B9-45AD-9696-1E52753E91AB}">
      <dgm:prSet/>
      <dgm:spPr/>
      <dgm:t>
        <a:bodyPr/>
        <a:lstStyle/>
        <a:p>
          <a:endParaRPr lang="en-US"/>
        </a:p>
      </dgm:t>
    </dgm:pt>
    <dgm:pt modelId="{968E822E-3A9F-4A75-B174-3858A02F7F9A}" type="sibTrans" cxnId="{A0FCDC09-86B9-45AD-9696-1E52753E91AB}">
      <dgm:prSet/>
      <dgm:spPr/>
      <dgm:t>
        <a:bodyPr/>
        <a:lstStyle/>
        <a:p>
          <a:endParaRPr lang="en-US"/>
        </a:p>
      </dgm:t>
    </dgm:pt>
    <dgm:pt modelId="{8016D3AD-F2E2-417E-A635-8DDB3BAF0EF3}">
      <dgm:prSet/>
      <dgm:spPr/>
      <dgm:t>
        <a:bodyPr/>
        <a:lstStyle/>
        <a:p>
          <a:r>
            <a:rPr lang="en-GB"/>
            <a:t>Coffee Beans, Branded Items, Loose Tea, Flavours, and Packaged Chocolate contribute minimally (&lt;6% each), indicating potential underperformance or niche demand.</a:t>
          </a:r>
          <a:endParaRPr lang="en-US"/>
        </a:p>
      </dgm:t>
    </dgm:pt>
    <dgm:pt modelId="{597AAC2D-5F60-4F67-A650-4C7627BBF50D}" type="parTrans" cxnId="{8C0AEF7D-B7B7-4E9B-AFFD-D7B2B2CBF8DA}">
      <dgm:prSet/>
      <dgm:spPr/>
      <dgm:t>
        <a:bodyPr/>
        <a:lstStyle/>
        <a:p>
          <a:endParaRPr lang="en-US"/>
        </a:p>
      </dgm:t>
    </dgm:pt>
    <dgm:pt modelId="{3CDBFECE-025F-4227-9150-9AF6376A5100}" type="sibTrans" cxnId="{8C0AEF7D-B7B7-4E9B-AFFD-D7B2B2CBF8DA}">
      <dgm:prSet/>
      <dgm:spPr/>
      <dgm:t>
        <a:bodyPr/>
        <a:lstStyle/>
        <a:p>
          <a:endParaRPr lang="en-US"/>
        </a:p>
      </dgm:t>
    </dgm:pt>
    <dgm:pt modelId="{A144937A-C27A-434A-B356-74B426074B8B}">
      <dgm:prSet/>
      <dgm:spPr/>
      <dgm:t>
        <a:bodyPr/>
        <a:lstStyle/>
        <a:p>
          <a:r>
            <a:rPr lang="en-GB"/>
            <a:t>Business Opportunity</a:t>
          </a:r>
          <a:endParaRPr lang="en-US"/>
        </a:p>
      </dgm:t>
    </dgm:pt>
    <dgm:pt modelId="{2F11AEF8-72C2-4B0E-A5CC-20C86D567979}" type="parTrans" cxnId="{E1F5264D-1AD6-4DF1-88E3-AB385A37EB99}">
      <dgm:prSet/>
      <dgm:spPr/>
      <dgm:t>
        <a:bodyPr/>
        <a:lstStyle/>
        <a:p>
          <a:endParaRPr lang="en-US"/>
        </a:p>
      </dgm:t>
    </dgm:pt>
    <dgm:pt modelId="{C68D7CA7-32CF-423C-88CD-FD3A481E8F61}" type="sibTrans" cxnId="{E1F5264D-1AD6-4DF1-88E3-AB385A37EB99}">
      <dgm:prSet/>
      <dgm:spPr/>
      <dgm:t>
        <a:bodyPr/>
        <a:lstStyle/>
        <a:p>
          <a:endParaRPr lang="en-US"/>
        </a:p>
      </dgm:t>
    </dgm:pt>
    <dgm:pt modelId="{03D16067-1EA1-464D-8B39-B0318CFB2E49}">
      <dgm:prSet/>
      <dgm:spPr/>
      <dgm:t>
        <a:bodyPr/>
        <a:lstStyle/>
        <a:p>
          <a:r>
            <a:rPr lang="en-GB"/>
            <a:t>Focus marketing and promotions on Coffee and Tea to maintain strength.</a:t>
          </a:r>
          <a:endParaRPr lang="en-US"/>
        </a:p>
      </dgm:t>
    </dgm:pt>
    <dgm:pt modelId="{BEA33FDB-35B2-4A83-816B-D04FAF28E4D6}" type="parTrans" cxnId="{6C5509DC-DAA5-4689-9364-8AF0B8ED7155}">
      <dgm:prSet/>
      <dgm:spPr/>
      <dgm:t>
        <a:bodyPr/>
        <a:lstStyle/>
        <a:p>
          <a:endParaRPr lang="en-US"/>
        </a:p>
      </dgm:t>
    </dgm:pt>
    <dgm:pt modelId="{B060E2A6-5AF9-43C0-8702-974AD18C767F}" type="sibTrans" cxnId="{6C5509DC-DAA5-4689-9364-8AF0B8ED7155}">
      <dgm:prSet/>
      <dgm:spPr/>
      <dgm:t>
        <a:bodyPr/>
        <a:lstStyle/>
        <a:p>
          <a:endParaRPr lang="en-US"/>
        </a:p>
      </dgm:t>
    </dgm:pt>
    <dgm:pt modelId="{DD2AC67A-EA4C-4E56-B223-EF268F070BD2}">
      <dgm:prSet/>
      <dgm:spPr/>
      <dgm:t>
        <a:bodyPr/>
        <a:lstStyle/>
        <a:p>
          <a:r>
            <a:rPr lang="en-GB"/>
            <a:t>Explore ways to boost sales in lower-performing categories through bundling, sampling, or limited-time offers.</a:t>
          </a:r>
          <a:endParaRPr lang="en-US"/>
        </a:p>
      </dgm:t>
    </dgm:pt>
    <dgm:pt modelId="{1D30D5A7-BFA4-4154-B202-BDA7EF3F348F}" type="parTrans" cxnId="{E9781688-160D-4979-A0C9-258E8FA621E7}">
      <dgm:prSet/>
      <dgm:spPr/>
      <dgm:t>
        <a:bodyPr/>
        <a:lstStyle/>
        <a:p>
          <a:endParaRPr lang="en-US"/>
        </a:p>
      </dgm:t>
    </dgm:pt>
    <dgm:pt modelId="{EC05B790-EB2C-4E10-911D-98BBE5312F12}" type="sibTrans" cxnId="{E9781688-160D-4979-A0C9-258E8FA621E7}">
      <dgm:prSet/>
      <dgm:spPr/>
      <dgm:t>
        <a:bodyPr/>
        <a:lstStyle/>
        <a:p>
          <a:endParaRPr lang="en-US"/>
        </a:p>
      </dgm:t>
    </dgm:pt>
    <dgm:pt modelId="{D6F91CB1-C8DF-4547-A893-460C0CA9761E}" type="pres">
      <dgm:prSet presAssocID="{A671BCB7-EE6F-4FFC-B220-AC9CECB53BA0}" presName="vert0" presStyleCnt="0">
        <dgm:presLayoutVars>
          <dgm:dir/>
          <dgm:animOne val="branch"/>
          <dgm:animLvl val="lvl"/>
        </dgm:presLayoutVars>
      </dgm:prSet>
      <dgm:spPr/>
    </dgm:pt>
    <dgm:pt modelId="{352270F0-B93E-4392-B9C3-31DD65A0633C}" type="pres">
      <dgm:prSet presAssocID="{A245375D-B088-4CFE-AD1C-BE3C9EAC8EB5}" presName="thickLine" presStyleLbl="alignNode1" presStyleIdx="0" presStyleCnt="5"/>
      <dgm:spPr/>
    </dgm:pt>
    <dgm:pt modelId="{16A40EF4-F62B-4A37-8B1B-600B9C0E3A40}" type="pres">
      <dgm:prSet presAssocID="{A245375D-B088-4CFE-AD1C-BE3C9EAC8EB5}" presName="horz1" presStyleCnt="0"/>
      <dgm:spPr/>
    </dgm:pt>
    <dgm:pt modelId="{9CFF74D3-7946-44D4-99F4-80E8B0033A15}" type="pres">
      <dgm:prSet presAssocID="{A245375D-B088-4CFE-AD1C-BE3C9EAC8EB5}" presName="tx1" presStyleLbl="revTx" presStyleIdx="0" presStyleCnt="5"/>
      <dgm:spPr/>
    </dgm:pt>
    <dgm:pt modelId="{07E62C21-27AA-4ABE-9E3F-5F0F98B059BC}" type="pres">
      <dgm:prSet presAssocID="{A245375D-B088-4CFE-AD1C-BE3C9EAC8EB5}" presName="vert1" presStyleCnt="0"/>
      <dgm:spPr/>
    </dgm:pt>
    <dgm:pt modelId="{64AB5DE5-FD40-42B6-B067-5C6ABA6F3391}" type="pres">
      <dgm:prSet presAssocID="{8016D3AD-F2E2-417E-A635-8DDB3BAF0EF3}" presName="thickLine" presStyleLbl="alignNode1" presStyleIdx="1" presStyleCnt="5"/>
      <dgm:spPr/>
    </dgm:pt>
    <dgm:pt modelId="{D25CF7CD-4B9C-4CB7-9C0D-E82A3C4A688C}" type="pres">
      <dgm:prSet presAssocID="{8016D3AD-F2E2-417E-A635-8DDB3BAF0EF3}" presName="horz1" presStyleCnt="0"/>
      <dgm:spPr/>
    </dgm:pt>
    <dgm:pt modelId="{61A9E029-2D21-4DB8-9EE5-C3877F10D354}" type="pres">
      <dgm:prSet presAssocID="{8016D3AD-F2E2-417E-A635-8DDB3BAF0EF3}" presName="tx1" presStyleLbl="revTx" presStyleIdx="1" presStyleCnt="5"/>
      <dgm:spPr/>
    </dgm:pt>
    <dgm:pt modelId="{FE6F0312-FFE5-4639-B514-2CAFA35BEA26}" type="pres">
      <dgm:prSet presAssocID="{8016D3AD-F2E2-417E-A635-8DDB3BAF0EF3}" presName="vert1" presStyleCnt="0"/>
      <dgm:spPr/>
    </dgm:pt>
    <dgm:pt modelId="{3E82DD83-7ECA-47CC-8296-760528D3478C}" type="pres">
      <dgm:prSet presAssocID="{A144937A-C27A-434A-B356-74B426074B8B}" presName="thickLine" presStyleLbl="alignNode1" presStyleIdx="2" presStyleCnt="5"/>
      <dgm:spPr/>
    </dgm:pt>
    <dgm:pt modelId="{340DE359-2961-4385-A55D-D6B912BBDE8A}" type="pres">
      <dgm:prSet presAssocID="{A144937A-C27A-434A-B356-74B426074B8B}" presName="horz1" presStyleCnt="0"/>
      <dgm:spPr/>
    </dgm:pt>
    <dgm:pt modelId="{BEE6D896-2BDB-497D-A89C-E9295C50EB7F}" type="pres">
      <dgm:prSet presAssocID="{A144937A-C27A-434A-B356-74B426074B8B}" presName="tx1" presStyleLbl="revTx" presStyleIdx="2" presStyleCnt="5"/>
      <dgm:spPr/>
    </dgm:pt>
    <dgm:pt modelId="{97B008D1-FCB3-4BD7-8C9A-3CBBB1644ADE}" type="pres">
      <dgm:prSet presAssocID="{A144937A-C27A-434A-B356-74B426074B8B}" presName="vert1" presStyleCnt="0"/>
      <dgm:spPr/>
    </dgm:pt>
    <dgm:pt modelId="{39D707AC-7374-4724-A14A-AD85C2F3F353}" type="pres">
      <dgm:prSet presAssocID="{03D16067-1EA1-464D-8B39-B0318CFB2E49}" presName="thickLine" presStyleLbl="alignNode1" presStyleIdx="3" presStyleCnt="5"/>
      <dgm:spPr/>
    </dgm:pt>
    <dgm:pt modelId="{6985507D-0EB6-410B-A807-DDB714F8EB1F}" type="pres">
      <dgm:prSet presAssocID="{03D16067-1EA1-464D-8B39-B0318CFB2E49}" presName="horz1" presStyleCnt="0"/>
      <dgm:spPr/>
    </dgm:pt>
    <dgm:pt modelId="{31891AC7-0607-4D65-A1D8-41FD2C0E85AE}" type="pres">
      <dgm:prSet presAssocID="{03D16067-1EA1-464D-8B39-B0318CFB2E49}" presName="tx1" presStyleLbl="revTx" presStyleIdx="3" presStyleCnt="5"/>
      <dgm:spPr/>
    </dgm:pt>
    <dgm:pt modelId="{95A2F51C-5058-4E31-B4E8-B405CF30DC3B}" type="pres">
      <dgm:prSet presAssocID="{03D16067-1EA1-464D-8B39-B0318CFB2E49}" presName="vert1" presStyleCnt="0"/>
      <dgm:spPr/>
    </dgm:pt>
    <dgm:pt modelId="{453E096E-295F-40C1-99E4-68BBE7A54526}" type="pres">
      <dgm:prSet presAssocID="{DD2AC67A-EA4C-4E56-B223-EF268F070BD2}" presName="thickLine" presStyleLbl="alignNode1" presStyleIdx="4" presStyleCnt="5"/>
      <dgm:spPr/>
    </dgm:pt>
    <dgm:pt modelId="{C750F382-B92A-4123-905C-74F189748A7E}" type="pres">
      <dgm:prSet presAssocID="{DD2AC67A-EA4C-4E56-B223-EF268F070BD2}" presName="horz1" presStyleCnt="0"/>
      <dgm:spPr/>
    </dgm:pt>
    <dgm:pt modelId="{DB0A6B8A-F98E-43E4-8E85-748D433C2531}" type="pres">
      <dgm:prSet presAssocID="{DD2AC67A-EA4C-4E56-B223-EF268F070BD2}" presName="tx1" presStyleLbl="revTx" presStyleIdx="4" presStyleCnt="5"/>
      <dgm:spPr/>
    </dgm:pt>
    <dgm:pt modelId="{5EF1CDDD-C8CA-496F-8BC0-0D931A7848F0}" type="pres">
      <dgm:prSet presAssocID="{DD2AC67A-EA4C-4E56-B223-EF268F070BD2}" presName="vert1" presStyleCnt="0"/>
      <dgm:spPr/>
    </dgm:pt>
  </dgm:ptLst>
  <dgm:cxnLst>
    <dgm:cxn modelId="{A0FCDC09-86B9-45AD-9696-1E52753E91AB}" srcId="{A671BCB7-EE6F-4FFC-B220-AC9CECB53BA0}" destId="{A245375D-B088-4CFE-AD1C-BE3C9EAC8EB5}" srcOrd="0" destOrd="0" parTransId="{649F3BDF-73EC-4FE0-886F-2FB10AC92280}" sibTransId="{968E822E-3A9F-4A75-B174-3858A02F7F9A}"/>
    <dgm:cxn modelId="{3D47930F-6FFA-478A-83D2-A5D93EE60525}" type="presOf" srcId="{A245375D-B088-4CFE-AD1C-BE3C9EAC8EB5}" destId="{9CFF74D3-7946-44D4-99F4-80E8B0033A15}" srcOrd="0" destOrd="0" presId="urn:microsoft.com/office/officeart/2008/layout/LinedList"/>
    <dgm:cxn modelId="{5531E41D-FB78-41A8-88AE-90BF9C07DEF4}" type="presOf" srcId="{DD2AC67A-EA4C-4E56-B223-EF268F070BD2}" destId="{DB0A6B8A-F98E-43E4-8E85-748D433C2531}" srcOrd="0" destOrd="0" presId="urn:microsoft.com/office/officeart/2008/layout/LinedList"/>
    <dgm:cxn modelId="{E1F5264D-1AD6-4DF1-88E3-AB385A37EB99}" srcId="{A671BCB7-EE6F-4FFC-B220-AC9CECB53BA0}" destId="{A144937A-C27A-434A-B356-74B426074B8B}" srcOrd="2" destOrd="0" parTransId="{2F11AEF8-72C2-4B0E-A5CC-20C86D567979}" sibTransId="{C68D7CA7-32CF-423C-88CD-FD3A481E8F61}"/>
    <dgm:cxn modelId="{DE2F0056-E80B-473F-9615-D2A3E512C1F7}" type="presOf" srcId="{03D16067-1EA1-464D-8B39-B0318CFB2E49}" destId="{31891AC7-0607-4D65-A1D8-41FD2C0E85AE}" srcOrd="0" destOrd="0" presId="urn:microsoft.com/office/officeart/2008/layout/LinedList"/>
    <dgm:cxn modelId="{2D8BF256-B402-49EC-8163-BCD254367918}" type="presOf" srcId="{A144937A-C27A-434A-B356-74B426074B8B}" destId="{BEE6D896-2BDB-497D-A89C-E9295C50EB7F}" srcOrd="0" destOrd="0" presId="urn:microsoft.com/office/officeart/2008/layout/LinedList"/>
    <dgm:cxn modelId="{8C0AEF7D-B7B7-4E9B-AFFD-D7B2B2CBF8DA}" srcId="{A671BCB7-EE6F-4FFC-B220-AC9CECB53BA0}" destId="{8016D3AD-F2E2-417E-A635-8DDB3BAF0EF3}" srcOrd="1" destOrd="0" parTransId="{597AAC2D-5F60-4F67-A650-4C7627BBF50D}" sibTransId="{3CDBFECE-025F-4227-9150-9AF6376A5100}"/>
    <dgm:cxn modelId="{E9781688-160D-4979-A0C9-258E8FA621E7}" srcId="{A671BCB7-EE6F-4FFC-B220-AC9CECB53BA0}" destId="{DD2AC67A-EA4C-4E56-B223-EF268F070BD2}" srcOrd="4" destOrd="0" parTransId="{1D30D5A7-BFA4-4154-B202-BDA7EF3F348F}" sibTransId="{EC05B790-EB2C-4E10-911D-98BBE5312F12}"/>
    <dgm:cxn modelId="{8C48C9B4-B772-45D2-9F20-D9D52283E703}" type="presOf" srcId="{A671BCB7-EE6F-4FFC-B220-AC9CECB53BA0}" destId="{D6F91CB1-C8DF-4547-A893-460C0CA9761E}" srcOrd="0" destOrd="0" presId="urn:microsoft.com/office/officeart/2008/layout/LinedList"/>
    <dgm:cxn modelId="{4B5B47CF-A9C7-4EEC-B330-62956FE5AEBE}" type="presOf" srcId="{8016D3AD-F2E2-417E-A635-8DDB3BAF0EF3}" destId="{61A9E029-2D21-4DB8-9EE5-C3877F10D354}" srcOrd="0" destOrd="0" presId="urn:microsoft.com/office/officeart/2008/layout/LinedList"/>
    <dgm:cxn modelId="{6C5509DC-DAA5-4689-9364-8AF0B8ED7155}" srcId="{A671BCB7-EE6F-4FFC-B220-AC9CECB53BA0}" destId="{03D16067-1EA1-464D-8B39-B0318CFB2E49}" srcOrd="3" destOrd="0" parTransId="{BEA33FDB-35B2-4A83-816B-D04FAF28E4D6}" sibTransId="{B060E2A6-5AF9-43C0-8702-974AD18C767F}"/>
    <dgm:cxn modelId="{80AF8EE5-7420-4390-B7F5-539A66458C55}" type="presParOf" srcId="{D6F91CB1-C8DF-4547-A893-460C0CA9761E}" destId="{352270F0-B93E-4392-B9C3-31DD65A0633C}" srcOrd="0" destOrd="0" presId="urn:microsoft.com/office/officeart/2008/layout/LinedList"/>
    <dgm:cxn modelId="{34190E7E-3CE7-4129-84F9-278D48A15972}" type="presParOf" srcId="{D6F91CB1-C8DF-4547-A893-460C0CA9761E}" destId="{16A40EF4-F62B-4A37-8B1B-600B9C0E3A40}" srcOrd="1" destOrd="0" presId="urn:microsoft.com/office/officeart/2008/layout/LinedList"/>
    <dgm:cxn modelId="{6BE64082-8661-48A3-B9F8-A20178AAD22D}" type="presParOf" srcId="{16A40EF4-F62B-4A37-8B1B-600B9C0E3A40}" destId="{9CFF74D3-7946-44D4-99F4-80E8B0033A15}" srcOrd="0" destOrd="0" presId="urn:microsoft.com/office/officeart/2008/layout/LinedList"/>
    <dgm:cxn modelId="{23AA34D2-564E-4FF8-8937-149BB8FBBD30}" type="presParOf" srcId="{16A40EF4-F62B-4A37-8B1B-600B9C0E3A40}" destId="{07E62C21-27AA-4ABE-9E3F-5F0F98B059BC}" srcOrd="1" destOrd="0" presId="urn:microsoft.com/office/officeart/2008/layout/LinedList"/>
    <dgm:cxn modelId="{5863F85B-01BB-4715-8236-75D6B3C8B206}" type="presParOf" srcId="{D6F91CB1-C8DF-4547-A893-460C0CA9761E}" destId="{64AB5DE5-FD40-42B6-B067-5C6ABA6F3391}" srcOrd="2" destOrd="0" presId="urn:microsoft.com/office/officeart/2008/layout/LinedList"/>
    <dgm:cxn modelId="{8DD96365-61E1-4CB6-99AA-0DD6B06554F8}" type="presParOf" srcId="{D6F91CB1-C8DF-4547-A893-460C0CA9761E}" destId="{D25CF7CD-4B9C-4CB7-9C0D-E82A3C4A688C}" srcOrd="3" destOrd="0" presId="urn:microsoft.com/office/officeart/2008/layout/LinedList"/>
    <dgm:cxn modelId="{45C7C6A4-40D7-4F62-B21F-91E72670B2F1}" type="presParOf" srcId="{D25CF7CD-4B9C-4CB7-9C0D-E82A3C4A688C}" destId="{61A9E029-2D21-4DB8-9EE5-C3877F10D354}" srcOrd="0" destOrd="0" presId="urn:microsoft.com/office/officeart/2008/layout/LinedList"/>
    <dgm:cxn modelId="{27D3D65C-CEF8-46A2-B54C-0CBB0F839FA6}" type="presParOf" srcId="{D25CF7CD-4B9C-4CB7-9C0D-E82A3C4A688C}" destId="{FE6F0312-FFE5-4639-B514-2CAFA35BEA26}" srcOrd="1" destOrd="0" presId="urn:microsoft.com/office/officeart/2008/layout/LinedList"/>
    <dgm:cxn modelId="{9A2B328E-18C8-4058-AB9D-6BE22ACA8274}" type="presParOf" srcId="{D6F91CB1-C8DF-4547-A893-460C0CA9761E}" destId="{3E82DD83-7ECA-47CC-8296-760528D3478C}" srcOrd="4" destOrd="0" presId="urn:microsoft.com/office/officeart/2008/layout/LinedList"/>
    <dgm:cxn modelId="{B1CFEFD2-1911-4F7B-B849-63AEB1C47841}" type="presParOf" srcId="{D6F91CB1-C8DF-4547-A893-460C0CA9761E}" destId="{340DE359-2961-4385-A55D-D6B912BBDE8A}" srcOrd="5" destOrd="0" presId="urn:microsoft.com/office/officeart/2008/layout/LinedList"/>
    <dgm:cxn modelId="{E3AADB88-C28F-4A3B-AB85-957FD600C3C4}" type="presParOf" srcId="{340DE359-2961-4385-A55D-D6B912BBDE8A}" destId="{BEE6D896-2BDB-497D-A89C-E9295C50EB7F}" srcOrd="0" destOrd="0" presId="urn:microsoft.com/office/officeart/2008/layout/LinedList"/>
    <dgm:cxn modelId="{A39AB771-D46E-4600-9BF3-AE052AA9B399}" type="presParOf" srcId="{340DE359-2961-4385-A55D-D6B912BBDE8A}" destId="{97B008D1-FCB3-4BD7-8C9A-3CBBB1644ADE}" srcOrd="1" destOrd="0" presId="urn:microsoft.com/office/officeart/2008/layout/LinedList"/>
    <dgm:cxn modelId="{779447ED-A2AF-4C6A-9CFC-9BB2DD94A9CB}" type="presParOf" srcId="{D6F91CB1-C8DF-4547-A893-460C0CA9761E}" destId="{39D707AC-7374-4724-A14A-AD85C2F3F353}" srcOrd="6" destOrd="0" presId="urn:microsoft.com/office/officeart/2008/layout/LinedList"/>
    <dgm:cxn modelId="{13AF8463-82BC-45D0-B51D-6AFB5B073C3C}" type="presParOf" srcId="{D6F91CB1-C8DF-4547-A893-460C0CA9761E}" destId="{6985507D-0EB6-410B-A807-DDB714F8EB1F}" srcOrd="7" destOrd="0" presId="urn:microsoft.com/office/officeart/2008/layout/LinedList"/>
    <dgm:cxn modelId="{95D54BD6-45F7-4740-B597-80AD5BAFB861}" type="presParOf" srcId="{6985507D-0EB6-410B-A807-DDB714F8EB1F}" destId="{31891AC7-0607-4D65-A1D8-41FD2C0E85AE}" srcOrd="0" destOrd="0" presId="urn:microsoft.com/office/officeart/2008/layout/LinedList"/>
    <dgm:cxn modelId="{244042FF-78E4-4979-B379-E50233D06B8A}" type="presParOf" srcId="{6985507D-0EB6-410B-A807-DDB714F8EB1F}" destId="{95A2F51C-5058-4E31-B4E8-B405CF30DC3B}" srcOrd="1" destOrd="0" presId="urn:microsoft.com/office/officeart/2008/layout/LinedList"/>
    <dgm:cxn modelId="{E4B4A298-07B6-4201-AD22-FD12BA085ECB}" type="presParOf" srcId="{D6F91CB1-C8DF-4547-A893-460C0CA9761E}" destId="{453E096E-295F-40C1-99E4-68BBE7A54526}" srcOrd="8" destOrd="0" presId="urn:microsoft.com/office/officeart/2008/layout/LinedList"/>
    <dgm:cxn modelId="{D115937A-033A-40C9-BEF8-63AB34F9B0EA}" type="presParOf" srcId="{D6F91CB1-C8DF-4547-A893-460C0CA9761E}" destId="{C750F382-B92A-4123-905C-74F189748A7E}" srcOrd="9" destOrd="0" presId="urn:microsoft.com/office/officeart/2008/layout/LinedList"/>
    <dgm:cxn modelId="{F457683B-4130-49AF-8660-B053F76FEFB5}" type="presParOf" srcId="{C750F382-B92A-4123-905C-74F189748A7E}" destId="{DB0A6B8A-F98E-43E4-8E85-748D433C2531}" srcOrd="0" destOrd="0" presId="urn:microsoft.com/office/officeart/2008/layout/LinedList"/>
    <dgm:cxn modelId="{4CA39BAB-5984-4E3D-B19A-A3DB6B886DCD}" type="presParOf" srcId="{C750F382-B92A-4123-905C-74F189748A7E}" destId="{5EF1CDDD-C8CA-496F-8BC0-0D931A7848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48E3E63-DC4C-492C-88D1-3A06CA3120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C40609B-3F3F-44E1-9C29-DCE1362E1CBF}">
      <dgm:prSet/>
      <dgm:spPr/>
      <dgm:t>
        <a:bodyPr/>
        <a:lstStyle/>
        <a:p>
          <a:r>
            <a:rPr lang="en-GB"/>
            <a:t>May and June recorded the highest sales and quantities sold, with June leading overall performance.</a:t>
          </a:r>
          <a:endParaRPr lang="en-US"/>
        </a:p>
      </dgm:t>
    </dgm:pt>
    <dgm:pt modelId="{7D347770-77A5-4FAD-8B89-7D654809F24D}" type="parTrans" cxnId="{A0C12732-CD78-4D62-B30A-243E7A037417}">
      <dgm:prSet/>
      <dgm:spPr/>
      <dgm:t>
        <a:bodyPr/>
        <a:lstStyle/>
        <a:p>
          <a:endParaRPr lang="en-US"/>
        </a:p>
      </dgm:t>
    </dgm:pt>
    <dgm:pt modelId="{C13038B1-A01B-4E6D-9416-FEDE7E0D9A8F}" type="sibTrans" cxnId="{A0C12732-CD78-4D62-B30A-243E7A037417}">
      <dgm:prSet/>
      <dgm:spPr/>
      <dgm:t>
        <a:bodyPr/>
        <a:lstStyle/>
        <a:p>
          <a:endParaRPr lang="en-US"/>
        </a:p>
      </dgm:t>
    </dgm:pt>
    <dgm:pt modelId="{C30327FA-677D-4D43-8C16-821DDF82B76E}">
      <dgm:prSet/>
      <dgm:spPr/>
      <dgm:t>
        <a:bodyPr/>
        <a:lstStyle/>
        <a:p>
          <a:r>
            <a:rPr lang="en-GB"/>
            <a:t>This trend aligns with the winter season, when colder weather drives increased consumption of coffee and tea as customers seek warmth.</a:t>
          </a:r>
          <a:endParaRPr lang="en-US"/>
        </a:p>
      </dgm:t>
    </dgm:pt>
    <dgm:pt modelId="{97E79DCD-39CC-4BEE-AEF8-56CB939DB38C}" type="parTrans" cxnId="{272D8EAF-A1D4-4FD5-8E87-6EDFFEE01548}">
      <dgm:prSet/>
      <dgm:spPr/>
      <dgm:t>
        <a:bodyPr/>
        <a:lstStyle/>
        <a:p>
          <a:endParaRPr lang="en-US"/>
        </a:p>
      </dgm:t>
    </dgm:pt>
    <dgm:pt modelId="{1ADA93AF-AD6F-4D7C-AB4C-CBF38E49BE49}" type="sibTrans" cxnId="{272D8EAF-A1D4-4FD5-8E87-6EDFFEE01548}">
      <dgm:prSet/>
      <dgm:spPr/>
      <dgm:t>
        <a:bodyPr/>
        <a:lstStyle/>
        <a:p>
          <a:endParaRPr lang="en-US"/>
        </a:p>
      </dgm:t>
    </dgm:pt>
    <dgm:pt modelId="{A203E0FF-A1B1-426C-BB72-7510E178AFE0}">
      <dgm:prSet/>
      <dgm:spPr/>
      <dgm:t>
        <a:bodyPr/>
        <a:lstStyle/>
        <a:p>
          <a:r>
            <a:rPr lang="en-GB"/>
            <a:t>Overall, revenue and sales volumes remained stable across the six-month period, indicating consistent customer demand throughout the year.</a:t>
          </a:r>
          <a:endParaRPr lang="en-US"/>
        </a:p>
      </dgm:t>
    </dgm:pt>
    <dgm:pt modelId="{DB1A3255-724A-456D-B98A-27B4F71B7C12}" type="parTrans" cxnId="{6D5F0ABB-B2D1-4CD3-B682-8FEDF1758DFB}">
      <dgm:prSet/>
      <dgm:spPr/>
      <dgm:t>
        <a:bodyPr/>
        <a:lstStyle/>
        <a:p>
          <a:endParaRPr lang="en-US"/>
        </a:p>
      </dgm:t>
    </dgm:pt>
    <dgm:pt modelId="{ACFC0ADF-7B58-4AF8-A9F7-4111691F4214}" type="sibTrans" cxnId="{6D5F0ABB-B2D1-4CD3-B682-8FEDF1758DFB}">
      <dgm:prSet/>
      <dgm:spPr/>
      <dgm:t>
        <a:bodyPr/>
        <a:lstStyle/>
        <a:p>
          <a:endParaRPr lang="en-US"/>
        </a:p>
      </dgm:t>
    </dgm:pt>
    <dgm:pt modelId="{6B96DEF0-06FB-48B7-9400-5942A8E1E2D0}" type="pres">
      <dgm:prSet presAssocID="{E48E3E63-DC4C-492C-88D1-3A06CA312015}" presName="root" presStyleCnt="0">
        <dgm:presLayoutVars>
          <dgm:dir/>
          <dgm:resizeHandles val="exact"/>
        </dgm:presLayoutVars>
      </dgm:prSet>
      <dgm:spPr/>
    </dgm:pt>
    <dgm:pt modelId="{05A005FF-9652-4C53-A467-6BB774E4DD59}" type="pres">
      <dgm:prSet presAssocID="{FC40609B-3F3F-44E1-9C29-DCE1362E1CBF}" presName="compNode" presStyleCnt="0"/>
      <dgm:spPr/>
    </dgm:pt>
    <dgm:pt modelId="{18F3AC26-4423-4AA6-B84E-68CF65DC942E}" type="pres">
      <dgm:prSet presAssocID="{FC40609B-3F3F-44E1-9C29-DCE1362E1CBF}" presName="bgRect" presStyleLbl="bgShp" presStyleIdx="0" presStyleCnt="3"/>
      <dgm:spPr/>
    </dgm:pt>
    <dgm:pt modelId="{F50B3C08-6BCE-4721-82F0-D4C6677478BC}" type="pres">
      <dgm:prSet presAssocID="{FC40609B-3F3F-44E1-9C29-DCE1362E1C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4137C875-2254-41C4-BFD0-CC1A37101A9E}" type="pres">
      <dgm:prSet presAssocID="{FC40609B-3F3F-44E1-9C29-DCE1362E1CBF}" presName="spaceRect" presStyleCnt="0"/>
      <dgm:spPr/>
    </dgm:pt>
    <dgm:pt modelId="{7F643A18-F771-4989-86A3-9472C52EF98A}" type="pres">
      <dgm:prSet presAssocID="{FC40609B-3F3F-44E1-9C29-DCE1362E1CBF}" presName="parTx" presStyleLbl="revTx" presStyleIdx="0" presStyleCnt="3">
        <dgm:presLayoutVars>
          <dgm:chMax val="0"/>
          <dgm:chPref val="0"/>
        </dgm:presLayoutVars>
      </dgm:prSet>
      <dgm:spPr/>
    </dgm:pt>
    <dgm:pt modelId="{7D66A353-33D8-4FD8-9192-59C09201076B}" type="pres">
      <dgm:prSet presAssocID="{C13038B1-A01B-4E6D-9416-FEDE7E0D9A8F}" presName="sibTrans" presStyleCnt="0"/>
      <dgm:spPr/>
    </dgm:pt>
    <dgm:pt modelId="{5BF4B964-24C1-461B-B5A0-6BB0CF5C0E6E}" type="pres">
      <dgm:prSet presAssocID="{C30327FA-677D-4D43-8C16-821DDF82B76E}" presName="compNode" presStyleCnt="0"/>
      <dgm:spPr/>
    </dgm:pt>
    <dgm:pt modelId="{099DF83B-4D56-4ACF-A8DD-CC6F04399FA2}" type="pres">
      <dgm:prSet presAssocID="{C30327FA-677D-4D43-8C16-821DDF82B76E}" presName="bgRect" presStyleLbl="bgShp" presStyleIdx="1" presStyleCnt="3"/>
      <dgm:spPr/>
    </dgm:pt>
    <dgm:pt modelId="{12D6B799-6956-44F8-B10E-F69F86FF2F51}" type="pres">
      <dgm:prSet presAssocID="{C30327FA-677D-4D43-8C16-821DDF82B76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a"/>
        </a:ext>
      </dgm:extLst>
    </dgm:pt>
    <dgm:pt modelId="{7887BB88-65B4-49C7-82A4-415D96D287BD}" type="pres">
      <dgm:prSet presAssocID="{C30327FA-677D-4D43-8C16-821DDF82B76E}" presName="spaceRect" presStyleCnt="0"/>
      <dgm:spPr/>
    </dgm:pt>
    <dgm:pt modelId="{E37D7180-27FE-499D-931B-C4861BDBF99B}" type="pres">
      <dgm:prSet presAssocID="{C30327FA-677D-4D43-8C16-821DDF82B76E}" presName="parTx" presStyleLbl="revTx" presStyleIdx="1" presStyleCnt="3">
        <dgm:presLayoutVars>
          <dgm:chMax val="0"/>
          <dgm:chPref val="0"/>
        </dgm:presLayoutVars>
      </dgm:prSet>
      <dgm:spPr/>
    </dgm:pt>
    <dgm:pt modelId="{5FFA72A7-E9BE-4EA1-B9FA-7F3B96168FEC}" type="pres">
      <dgm:prSet presAssocID="{1ADA93AF-AD6F-4D7C-AB4C-CBF38E49BE49}" presName="sibTrans" presStyleCnt="0"/>
      <dgm:spPr/>
    </dgm:pt>
    <dgm:pt modelId="{F993DF55-F635-4CE8-801B-2971EB68B73C}" type="pres">
      <dgm:prSet presAssocID="{A203E0FF-A1B1-426C-BB72-7510E178AFE0}" presName="compNode" presStyleCnt="0"/>
      <dgm:spPr/>
    </dgm:pt>
    <dgm:pt modelId="{34CF027F-4590-4E0C-B6A2-1B5C0564BE91}" type="pres">
      <dgm:prSet presAssocID="{A203E0FF-A1B1-426C-BB72-7510E178AFE0}" presName="bgRect" presStyleLbl="bgShp" presStyleIdx="2" presStyleCnt="3"/>
      <dgm:spPr/>
    </dgm:pt>
    <dgm:pt modelId="{B912EB07-9669-4C8D-B229-FD3E5656BC33}" type="pres">
      <dgm:prSet presAssocID="{A203E0FF-A1B1-426C-BB72-7510E178AFE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Upward Trend"/>
        </a:ext>
      </dgm:extLst>
    </dgm:pt>
    <dgm:pt modelId="{C7DABEA3-D031-45EB-8039-83866F6D2FF2}" type="pres">
      <dgm:prSet presAssocID="{A203E0FF-A1B1-426C-BB72-7510E178AFE0}" presName="spaceRect" presStyleCnt="0"/>
      <dgm:spPr/>
    </dgm:pt>
    <dgm:pt modelId="{FE074509-639D-46F7-94AB-6D35228EAC0D}" type="pres">
      <dgm:prSet presAssocID="{A203E0FF-A1B1-426C-BB72-7510E178AFE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8EB1714-060C-4620-B26E-61B1B8120B81}" type="presOf" srcId="{E48E3E63-DC4C-492C-88D1-3A06CA312015}" destId="{6B96DEF0-06FB-48B7-9400-5942A8E1E2D0}" srcOrd="0" destOrd="0" presId="urn:microsoft.com/office/officeart/2018/2/layout/IconVerticalSolidList"/>
    <dgm:cxn modelId="{A0C12732-CD78-4D62-B30A-243E7A037417}" srcId="{E48E3E63-DC4C-492C-88D1-3A06CA312015}" destId="{FC40609B-3F3F-44E1-9C29-DCE1362E1CBF}" srcOrd="0" destOrd="0" parTransId="{7D347770-77A5-4FAD-8B89-7D654809F24D}" sibTransId="{C13038B1-A01B-4E6D-9416-FEDE7E0D9A8F}"/>
    <dgm:cxn modelId="{AF70A142-D838-4E24-823E-14BC5703610F}" type="presOf" srcId="{C30327FA-677D-4D43-8C16-821DDF82B76E}" destId="{E37D7180-27FE-499D-931B-C4861BDBF99B}" srcOrd="0" destOrd="0" presId="urn:microsoft.com/office/officeart/2018/2/layout/IconVerticalSolidList"/>
    <dgm:cxn modelId="{272D8EAF-A1D4-4FD5-8E87-6EDFFEE01548}" srcId="{E48E3E63-DC4C-492C-88D1-3A06CA312015}" destId="{C30327FA-677D-4D43-8C16-821DDF82B76E}" srcOrd="1" destOrd="0" parTransId="{97E79DCD-39CC-4BEE-AEF8-56CB939DB38C}" sibTransId="{1ADA93AF-AD6F-4D7C-AB4C-CBF38E49BE49}"/>
    <dgm:cxn modelId="{6D5F0ABB-B2D1-4CD3-B682-8FEDF1758DFB}" srcId="{E48E3E63-DC4C-492C-88D1-3A06CA312015}" destId="{A203E0FF-A1B1-426C-BB72-7510E178AFE0}" srcOrd="2" destOrd="0" parTransId="{DB1A3255-724A-456D-B98A-27B4F71B7C12}" sibTransId="{ACFC0ADF-7B58-4AF8-A9F7-4111691F4214}"/>
    <dgm:cxn modelId="{9D578DD9-2685-4664-9269-1630602118B2}" type="presOf" srcId="{A203E0FF-A1B1-426C-BB72-7510E178AFE0}" destId="{FE074509-639D-46F7-94AB-6D35228EAC0D}" srcOrd="0" destOrd="0" presId="urn:microsoft.com/office/officeart/2018/2/layout/IconVerticalSolidList"/>
    <dgm:cxn modelId="{C80034E3-4C69-49C1-820E-7CD3A1B20BDB}" type="presOf" srcId="{FC40609B-3F3F-44E1-9C29-DCE1362E1CBF}" destId="{7F643A18-F771-4989-86A3-9472C52EF98A}" srcOrd="0" destOrd="0" presId="urn:microsoft.com/office/officeart/2018/2/layout/IconVerticalSolidList"/>
    <dgm:cxn modelId="{AEFE77B9-B051-42AE-AA1F-13FB6E0B0B1D}" type="presParOf" srcId="{6B96DEF0-06FB-48B7-9400-5942A8E1E2D0}" destId="{05A005FF-9652-4C53-A467-6BB774E4DD59}" srcOrd="0" destOrd="0" presId="urn:microsoft.com/office/officeart/2018/2/layout/IconVerticalSolidList"/>
    <dgm:cxn modelId="{9F508609-1C5C-4702-B525-9E632E286B4F}" type="presParOf" srcId="{05A005FF-9652-4C53-A467-6BB774E4DD59}" destId="{18F3AC26-4423-4AA6-B84E-68CF65DC942E}" srcOrd="0" destOrd="0" presId="urn:microsoft.com/office/officeart/2018/2/layout/IconVerticalSolidList"/>
    <dgm:cxn modelId="{CAE83E30-4EF6-4E75-869A-553F710911AF}" type="presParOf" srcId="{05A005FF-9652-4C53-A467-6BB774E4DD59}" destId="{F50B3C08-6BCE-4721-82F0-D4C6677478BC}" srcOrd="1" destOrd="0" presId="urn:microsoft.com/office/officeart/2018/2/layout/IconVerticalSolidList"/>
    <dgm:cxn modelId="{E0F08285-13F7-4BBC-ACA9-DA3C3A90B6DB}" type="presParOf" srcId="{05A005FF-9652-4C53-A467-6BB774E4DD59}" destId="{4137C875-2254-41C4-BFD0-CC1A37101A9E}" srcOrd="2" destOrd="0" presId="urn:microsoft.com/office/officeart/2018/2/layout/IconVerticalSolidList"/>
    <dgm:cxn modelId="{DF82EABB-92E2-453C-8ECC-D8FF63A8EB37}" type="presParOf" srcId="{05A005FF-9652-4C53-A467-6BB774E4DD59}" destId="{7F643A18-F771-4989-86A3-9472C52EF98A}" srcOrd="3" destOrd="0" presId="urn:microsoft.com/office/officeart/2018/2/layout/IconVerticalSolidList"/>
    <dgm:cxn modelId="{50D37C2E-1B4F-45BB-BC62-BDF9E6A8AA40}" type="presParOf" srcId="{6B96DEF0-06FB-48B7-9400-5942A8E1E2D0}" destId="{7D66A353-33D8-4FD8-9192-59C09201076B}" srcOrd="1" destOrd="0" presId="urn:microsoft.com/office/officeart/2018/2/layout/IconVerticalSolidList"/>
    <dgm:cxn modelId="{2EF02FFB-65DF-4B6D-A546-6CE8121D5226}" type="presParOf" srcId="{6B96DEF0-06FB-48B7-9400-5942A8E1E2D0}" destId="{5BF4B964-24C1-461B-B5A0-6BB0CF5C0E6E}" srcOrd="2" destOrd="0" presId="urn:microsoft.com/office/officeart/2018/2/layout/IconVerticalSolidList"/>
    <dgm:cxn modelId="{A77C232E-CB28-4F40-A6F8-B61D062A29BA}" type="presParOf" srcId="{5BF4B964-24C1-461B-B5A0-6BB0CF5C0E6E}" destId="{099DF83B-4D56-4ACF-A8DD-CC6F04399FA2}" srcOrd="0" destOrd="0" presId="urn:microsoft.com/office/officeart/2018/2/layout/IconVerticalSolidList"/>
    <dgm:cxn modelId="{3743BCE6-FAAE-4FC0-B48B-705FDB0599BE}" type="presParOf" srcId="{5BF4B964-24C1-461B-B5A0-6BB0CF5C0E6E}" destId="{12D6B799-6956-44F8-B10E-F69F86FF2F51}" srcOrd="1" destOrd="0" presId="urn:microsoft.com/office/officeart/2018/2/layout/IconVerticalSolidList"/>
    <dgm:cxn modelId="{9DC99267-80D8-461C-B538-E29C626DD5B4}" type="presParOf" srcId="{5BF4B964-24C1-461B-B5A0-6BB0CF5C0E6E}" destId="{7887BB88-65B4-49C7-82A4-415D96D287BD}" srcOrd="2" destOrd="0" presId="urn:microsoft.com/office/officeart/2018/2/layout/IconVerticalSolidList"/>
    <dgm:cxn modelId="{4D999347-D09E-4A61-868C-D80AA67DB827}" type="presParOf" srcId="{5BF4B964-24C1-461B-B5A0-6BB0CF5C0E6E}" destId="{E37D7180-27FE-499D-931B-C4861BDBF99B}" srcOrd="3" destOrd="0" presId="urn:microsoft.com/office/officeart/2018/2/layout/IconVerticalSolidList"/>
    <dgm:cxn modelId="{2A681ECA-E71F-4E31-A93C-450062512206}" type="presParOf" srcId="{6B96DEF0-06FB-48B7-9400-5942A8E1E2D0}" destId="{5FFA72A7-E9BE-4EA1-B9FA-7F3B96168FEC}" srcOrd="3" destOrd="0" presId="urn:microsoft.com/office/officeart/2018/2/layout/IconVerticalSolidList"/>
    <dgm:cxn modelId="{4571F06C-D597-4011-9B3D-905CFD328BFB}" type="presParOf" srcId="{6B96DEF0-06FB-48B7-9400-5942A8E1E2D0}" destId="{F993DF55-F635-4CE8-801B-2971EB68B73C}" srcOrd="4" destOrd="0" presId="urn:microsoft.com/office/officeart/2018/2/layout/IconVerticalSolidList"/>
    <dgm:cxn modelId="{2800FACF-0915-4403-87B1-56C7C11AD729}" type="presParOf" srcId="{F993DF55-F635-4CE8-801B-2971EB68B73C}" destId="{34CF027F-4590-4E0C-B6A2-1B5C0564BE91}" srcOrd="0" destOrd="0" presId="urn:microsoft.com/office/officeart/2018/2/layout/IconVerticalSolidList"/>
    <dgm:cxn modelId="{860D32F5-CF96-478B-9BD8-F4A7FC25026C}" type="presParOf" srcId="{F993DF55-F635-4CE8-801B-2971EB68B73C}" destId="{B912EB07-9669-4C8D-B229-FD3E5656BC33}" srcOrd="1" destOrd="0" presId="urn:microsoft.com/office/officeart/2018/2/layout/IconVerticalSolidList"/>
    <dgm:cxn modelId="{550A7A75-D038-40BA-B504-2449C748828D}" type="presParOf" srcId="{F993DF55-F635-4CE8-801B-2971EB68B73C}" destId="{C7DABEA3-D031-45EB-8039-83866F6D2FF2}" srcOrd="2" destOrd="0" presId="urn:microsoft.com/office/officeart/2018/2/layout/IconVerticalSolidList"/>
    <dgm:cxn modelId="{FE1DC96E-5F0A-4710-A86F-2DA8E1458A36}" type="presParOf" srcId="{F993DF55-F635-4CE8-801B-2971EB68B73C}" destId="{FE074509-639D-46F7-94AB-6D35228EAC0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3C8C18B-0410-45AE-9B48-24B7BBEA29E8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211B7B8-9C1B-4F1D-8C48-0DAE05209F8B}">
      <dgm:prSet/>
      <dgm:spPr/>
      <dgm:t>
        <a:bodyPr/>
        <a:lstStyle/>
        <a:p>
          <a:r>
            <a:rPr lang="en-GB"/>
            <a:t>6. Data-Driven Growth</a:t>
          </a:r>
          <a:endParaRPr lang="en-US"/>
        </a:p>
      </dgm:t>
    </dgm:pt>
    <dgm:pt modelId="{306D5C09-572B-44F0-B946-D47A76C6E395}" type="parTrans" cxnId="{95944D69-01B9-4BE4-A20E-45C97BDCAD40}">
      <dgm:prSet/>
      <dgm:spPr/>
      <dgm:t>
        <a:bodyPr/>
        <a:lstStyle/>
        <a:p>
          <a:endParaRPr lang="en-US"/>
        </a:p>
      </dgm:t>
    </dgm:pt>
    <dgm:pt modelId="{EC41953D-99B4-44E0-8A50-FB8B1CB0B11B}" type="sibTrans" cxnId="{95944D69-01B9-4BE4-A20E-45C97BDCAD40}">
      <dgm:prSet/>
      <dgm:spPr/>
      <dgm:t>
        <a:bodyPr/>
        <a:lstStyle/>
        <a:p>
          <a:endParaRPr lang="en-US"/>
        </a:p>
      </dgm:t>
    </dgm:pt>
    <dgm:pt modelId="{900EB9A5-D674-4427-98EC-F24000FC2811}">
      <dgm:prSet/>
      <dgm:spPr/>
      <dgm:t>
        <a:bodyPr/>
        <a:lstStyle/>
        <a:p>
          <a:r>
            <a:rPr lang="en-GB"/>
            <a:t>Continue tracking hourly and daily sales trends to fine-tune staffing, inventory, and promotions.</a:t>
          </a:r>
          <a:endParaRPr lang="en-US"/>
        </a:p>
      </dgm:t>
    </dgm:pt>
    <dgm:pt modelId="{5312F46E-2848-404C-A5FA-8C98BF88A564}" type="parTrans" cxnId="{4018AAF4-FCFB-43C7-9194-7BFC456725AB}">
      <dgm:prSet/>
      <dgm:spPr/>
      <dgm:t>
        <a:bodyPr/>
        <a:lstStyle/>
        <a:p>
          <a:endParaRPr lang="en-US"/>
        </a:p>
      </dgm:t>
    </dgm:pt>
    <dgm:pt modelId="{9B3587DF-5C91-49C4-A074-6ACC7FB19EBD}" type="sibTrans" cxnId="{4018AAF4-FCFB-43C7-9194-7BFC456725AB}">
      <dgm:prSet/>
      <dgm:spPr/>
      <dgm:t>
        <a:bodyPr/>
        <a:lstStyle/>
        <a:p>
          <a:endParaRPr lang="en-US"/>
        </a:p>
      </dgm:t>
    </dgm:pt>
    <dgm:pt modelId="{1D1EE449-E11A-41B9-8EC6-45047C074DA3}">
      <dgm:prSet/>
      <dgm:spPr/>
      <dgm:t>
        <a:bodyPr/>
        <a:lstStyle/>
        <a:p>
          <a:r>
            <a:rPr lang="en-GB"/>
            <a:t>Use insights from sales data to forecast demand and improve decision-making for upcoming quarters.</a:t>
          </a:r>
          <a:endParaRPr lang="en-US"/>
        </a:p>
      </dgm:t>
    </dgm:pt>
    <dgm:pt modelId="{1364E484-B933-4D4F-A702-A88752EC4629}" type="parTrans" cxnId="{23D365FE-6711-4AC4-B78C-4E26F078204E}">
      <dgm:prSet/>
      <dgm:spPr/>
      <dgm:t>
        <a:bodyPr/>
        <a:lstStyle/>
        <a:p>
          <a:endParaRPr lang="en-US"/>
        </a:p>
      </dgm:t>
    </dgm:pt>
    <dgm:pt modelId="{56E5109D-11C5-4037-9FEC-D16F652FDF6A}" type="sibTrans" cxnId="{23D365FE-6711-4AC4-B78C-4E26F078204E}">
      <dgm:prSet/>
      <dgm:spPr/>
      <dgm:t>
        <a:bodyPr/>
        <a:lstStyle/>
        <a:p>
          <a:endParaRPr lang="en-US"/>
        </a:p>
      </dgm:t>
    </dgm:pt>
    <dgm:pt modelId="{DDD3C652-271E-4D86-8AC5-B3EFBD2BB691}" type="pres">
      <dgm:prSet presAssocID="{03C8C18B-0410-45AE-9B48-24B7BBEA29E8}" presName="linearFlow" presStyleCnt="0">
        <dgm:presLayoutVars>
          <dgm:resizeHandles val="exact"/>
        </dgm:presLayoutVars>
      </dgm:prSet>
      <dgm:spPr/>
    </dgm:pt>
    <dgm:pt modelId="{6091ABE2-0445-4263-B6AF-7370DE12B7C5}" type="pres">
      <dgm:prSet presAssocID="{A211B7B8-9C1B-4F1D-8C48-0DAE05209F8B}" presName="node" presStyleLbl="node1" presStyleIdx="0" presStyleCnt="3">
        <dgm:presLayoutVars>
          <dgm:bulletEnabled val="1"/>
        </dgm:presLayoutVars>
      </dgm:prSet>
      <dgm:spPr/>
    </dgm:pt>
    <dgm:pt modelId="{3BC984CB-A551-4583-A3A5-2C563CFEA8EB}" type="pres">
      <dgm:prSet presAssocID="{EC41953D-99B4-44E0-8A50-FB8B1CB0B11B}" presName="sibTrans" presStyleLbl="sibTrans2D1" presStyleIdx="0" presStyleCnt="2"/>
      <dgm:spPr/>
    </dgm:pt>
    <dgm:pt modelId="{8DE94988-7BCF-4ECA-B512-57AECF1472B8}" type="pres">
      <dgm:prSet presAssocID="{EC41953D-99B4-44E0-8A50-FB8B1CB0B11B}" presName="connectorText" presStyleLbl="sibTrans2D1" presStyleIdx="0" presStyleCnt="2"/>
      <dgm:spPr/>
    </dgm:pt>
    <dgm:pt modelId="{CAB61097-5301-4C87-BB66-3D3B7A2B04BE}" type="pres">
      <dgm:prSet presAssocID="{900EB9A5-D674-4427-98EC-F24000FC2811}" presName="node" presStyleLbl="node1" presStyleIdx="1" presStyleCnt="3">
        <dgm:presLayoutVars>
          <dgm:bulletEnabled val="1"/>
        </dgm:presLayoutVars>
      </dgm:prSet>
      <dgm:spPr/>
    </dgm:pt>
    <dgm:pt modelId="{AA03C8B3-6E10-4F13-9F9F-529B8B9C3679}" type="pres">
      <dgm:prSet presAssocID="{9B3587DF-5C91-49C4-A074-6ACC7FB19EBD}" presName="sibTrans" presStyleLbl="sibTrans2D1" presStyleIdx="1" presStyleCnt="2"/>
      <dgm:spPr/>
    </dgm:pt>
    <dgm:pt modelId="{17CA2D79-57E4-4942-BCCA-FF8299C13C22}" type="pres">
      <dgm:prSet presAssocID="{9B3587DF-5C91-49C4-A074-6ACC7FB19EBD}" presName="connectorText" presStyleLbl="sibTrans2D1" presStyleIdx="1" presStyleCnt="2"/>
      <dgm:spPr/>
    </dgm:pt>
    <dgm:pt modelId="{A783451D-B072-46E3-B73B-13DF04E10C10}" type="pres">
      <dgm:prSet presAssocID="{1D1EE449-E11A-41B9-8EC6-45047C074DA3}" presName="node" presStyleLbl="node1" presStyleIdx="2" presStyleCnt="3">
        <dgm:presLayoutVars>
          <dgm:bulletEnabled val="1"/>
        </dgm:presLayoutVars>
      </dgm:prSet>
      <dgm:spPr/>
    </dgm:pt>
  </dgm:ptLst>
  <dgm:cxnLst>
    <dgm:cxn modelId="{197BEE1C-C5F8-40C0-86FD-CE2D0B4FAC46}" type="presOf" srcId="{900EB9A5-D674-4427-98EC-F24000FC2811}" destId="{CAB61097-5301-4C87-BB66-3D3B7A2B04BE}" srcOrd="0" destOrd="0" presId="urn:microsoft.com/office/officeart/2005/8/layout/process2"/>
    <dgm:cxn modelId="{95944D69-01B9-4BE4-A20E-45C97BDCAD40}" srcId="{03C8C18B-0410-45AE-9B48-24B7BBEA29E8}" destId="{A211B7B8-9C1B-4F1D-8C48-0DAE05209F8B}" srcOrd="0" destOrd="0" parTransId="{306D5C09-572B-44F0-B946-D47A76C6E395}" sibTransId="{EC41953D-99B4-44E0-8A50-FB8B1CB0B11B}"/>
    <dgm:cxn modelId="{76F8806B-D63C-4B3A-B728-C17532F0A048}" type="presOf" srcId="{9B3587DF-5C91-49C4-A074-6ACC7FB19EBD}" destId="{AA03C8B3-6E10-4F13-9F9F-529B8B9C3679}" srcOrd="0" destOrd="0" presId="urn:microsoft.com/office/officeart/2005/8/layout/process2"/>
    <dgm:cxn modelId="{AFC0FC79-3F45-433B-BC0F-82F4FDEF76E9}" type="presOf" srcId="{03C8C18B-0410-45AE-9B48-24B7BBEA29E8}" destId="{DDD3C652-271E-4D86-8AC5-B3EFBD2BB691}" srcOrd="0" destOrd="0" presId="urn:microsoft.com/office/officeart/2005/8/layout/process2"/>
    <dgm:cxn modelId="{3819D3AD-DE70-4C54-BFB7-90BF67A69672}" type="presOf" srcId="{9B3587DF-5C91-49C4-A074-6ACC7FB19EBD}" destId="{17CA2D79-57E4-4942-BCCA-FF8299C13C22}" srcOrd="1" destOrd="0" presId="urn:microsoft.com/office/officeart/2005/8/layout/process2"/>
    <dgm:cxn modelId="{B845F0D9-B1A2-41EC-8DFF-B0E3C4A49A88}" type="presOf" srcId="{1D1EE449-E11A-41B9-8EC6-45047C074DA3}" destId="{A783451D-B072-46E3-B73B-13DF04E10C10}" srcOrd="0" destOrd="0" presId="urn:microsoft.com/office/officeart/2005/8/layout/process2"/>
    <dgm:cxn modelId="{FAB986DE-79C2-43FB-B9B0-977C020BB5F0}" type="presOf" srcId="{EC41953D-99B4-44E0-8A50-FB8B1CB0B11B}" destId="{3BC984CB-A551-4583-A3A5-2C563CFEA8EB}" srcOrd="0" destOrd="0" presId="urn:microsoft.com/office/officeart/2005/8/layout/process2"/>
    <dgm:cxn modelId="{4018AAF4-FCFB-43C7-9194-7BFC456725AB}" srcId="{03C8C18B-0410-45AE-9B48-24B7BBEA29E8}" destId="{900EB9A5-D674-4427-98EC-F24000FC2811}" srcOrd="1" destOrd="0" parTransId="{5312F46E-2848-404C-A5FA-8C98BF88A564}" sibTransId="{9B3587DF-5C91-49C4-A074-6ACC7FB19EBD}"/>
    <dgm:cxn modelId="{0AB477F6-E641-48F0-8348-0A6D556AB61C}" type="presOf" srcId="{A211B7B8-9C1B-4F1D-8C48-0DAE05209F8B}" destId="{6091ABE2-0445-4263-B6AF-7370DE12B7C5}" srcOrd="0" destOrd="0" presId="urn:microsoft.com/office/officeart/2005/8/layout/process2"/>
    <dgm:cxn modelId="{38CFCCFC-C9EF-4717-89FB-C0C8C953C2AE}" type="presOf" srcId="{EC41953D-99B4-44E0-8A50-FB8B1CB0B11B}" destId="{8DE94988-7BCF-4ECA-B512-57AECF1472B8}" srcOrd="1" destOrd="0" presId="urn:microsoft.com/office/officeart/2005/8/layout/process2"/>
    <dgm:cxn modelId="{23D365FE-6711-4AC4-B78C-4E26F078204E}" srcId="{03C8C18B-0410-45AE-9B48-24B7BBEA29E8}" destId="{1D1EE449-E11A-41B9-8EC6-45047C074DA3}" srcOrd="2" destOrd="0" parTransId="{1364E484-B933-4D4F-A702-A88752EC4629}" sibTransId="{56E5109D-11C5-4037-9FEC-D16F652FDF6A}"/>
    <dgm:cxn modelId="{929E70CF-4D4F-4EF2-83F4-F3153CEC45A9}" type="presParOf" srcId="{DDD3C652-271E-4D86-8AC5-B3EFBD2BB691}" destId="{6091ABE2-0445-4263-B6AF-7370DE12B7C5}" srcOrd="0" destOrd="0" presId="urn:microsoft.com/office/officeart/2005/8/layout/process2"/>
    <dgm:cxn modelId="{BAB6DF39-3235-43D7-A703-DED1544508E7}" type="presParOf" srcId="{DDD3C652-271E-4D86-8AC5-B3EFBD2BB691}" destId="{3BC984CB-A551-4583-A3A5-2C563CFEA8EB}" srcOrd="1" destOrd="0" presId="urn:microsoft.com/office/officeart/2005/8/layout/process2"/>
    <dgm:cxn modelId="{53BF7124-D6AC-4FFB-88A8-0B5C5C746D93}" type="presParOf" srcId="{3BC984CB-A551-4583-A3A5-2C563CFEA8EB}" destId="{8DE94988-7BCF-4ECA-B512-57AECF1472B8}" srcOrd="0" destOrd="0" presId="urn:microsoft.com/office/officeart/2005/8/layout/process2"/>
    <dgm:cxn modelId="{B3EFC8DD-3A15-4836-BECE-9EFCC317199B}" type="presParOf" srcId="{DDD3C652-271E-4D86-8AC5-B3EFBD2BB691}" destId="{CAB61097-5301-4C87-BB66-3D3B7A2B04BE}" srcOrd="2" destOrd="0" presId="urn:microsoft.com/office/officeart/2005/8/layout/process2"/>
    <dgm:cxn modelId="{21227014-2A80-40B1-A807-C4E1AB9447FB}" type="presParOf" srcId="{DDD3C652-271E-4D86-8AC5-B3EFBD2BB691}" destId="{AA03C8B3-6E10-4F13-9F9F-529B8B9C3679}" srcOrd="3" destOrd="0" presId="urn:microsoft.com/office/officeart/2005/8/layout/process2"/>
    <dgm:cxn modelId="{21AB0DF8-E38B-47AD-B888-8745EA350999}" type="presParOf" srcId="{AA03C8B3-6E10-4F13-9F9F-529B8B9C3679}" destId="{17CA2D79-57E4-4942-BCCA-FF8299C13C22}" srcOrd="0" destOrd="0" presId="urn:microsoft.com/office/officeart/2005/8/layout/process2"/>
    <dgm:cxn modelId="{F6F8729B-531C-48EF-B1BB-78CA0245E1CC}" type="presParOf" srcId="{DDD3C652-271E-4D86-8AC5-B3EFBD2BB691}" destId="{A783451D-B072-46E3-B73B-13DF04E10C10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22085C-5D45-404A-8187-B72A53766572}">
      <dsp:nvSpPr>
        <dsp:cNvPr id="0" name=""/>
        <dsp:cNvSpPr/>
      </dsp:nvSpPr>
      <dsp:spPr>
        <a:xfrm>
          <a:off x="0" y="54239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INTRODUCTION</a:t>
          </a:r>
          <a:endParaRPr lang="en-US" sz="2700" kern="1200"/>
        </a:p>
      </dsp:txBody>
      <dsp:txXfrm>
        <a:off x="32384" y="574774"/>
        <a:ext cx="6602065" cy="598621"/>
      </dsp:txXfrm>
    </dsp:sp>
    <dsp:sp modelId="{0B24AD4D-5548-4741-8F95-A65A5C46B148}">
      <dsp:nvSpPr>
        <dsp:cNvPr id="0" name=""/>
        <dsp:cNvSpPr/>
      </dsp:nvSpPr>
      <dsp:spPr>
        <a:xfrm>
          <a:off x="0" y="1283539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AIM</a:t>
          </a:r>
          <a:endParaRPr lang="en-US" sz="2700" kern="1200"/>
        </a:p>
      </dsp:txBody>
      <dsp:txXfrm>
        <a:off x="32384" y="1315923"/>
        <a:ext cx="6602065" cy="598621"/>
      </dsp:txXfrm>
    </dsp:sp>
    <dsp:sp modelId="{365E6227-40FC-4492-9C4B-78E61FE03185}">
      <dsp:nvSpPr>
        <dsp:cNvPr id="0" name=""/>
        <dsp:cNvSpPr/>
      </dsp:nvSpPr>
      <dsp:spPr>
        <a:xfrm>
          <a:off x="0" y="202469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FOCUS</a:t>
          </a:r>
          <a:endParaRPr lang="en-US" sz="2700" kern="1200"/>
        </a:p>
      </dsp:txBody>
      <dsp:txXfrm>
        <a:off x="32384" y="2057074"/>
        <a:ext cx="6602065" cy="598621"/>
      </dsp:txXfrm>
    </dsp:sp>
    <dsp:sp modelId="{7DE9334B-AE18-4F86-8FA2-422DF06C0742}">
      <dsp:nvSpPr>
        <dsp:cNvPr id="0" name=""/>
        <dsp:cNvSpPr/>
      </dsp:nvSpPr>
      <dsp:spPr>
        <a:xfrm>
          <a:off x="0" y="276584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ANALYSIS BREAKDOWN</a:t>
          </a:r>
          <a:endParaRPr lang="en-US" sz="2700" kern="1200"/>
        </a:p>
      </dsp:txBody>
      <dsp:txXfrm>
        <a:off x="32384" y="2798224"/>
        <a:ext cx="6602065" cy="598621"/>
      </dsp:txXfrm>
    </dsp:sp>
    <dsp:sp modelId="{E67635F2-5D8C-45AA-BF3E-416DF8179E89}">
      <dsp:nvSpPr>
        <dsp:cNvPr id="0" name=""/>
        <dsp:cNvSpPr/>
      </dsp:nvSpPr>
      <dsp:spPr>
        <a:xfrm>
          <a:off x="0" y="350699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CONCLUSIONS AND RECOMMENDATIONS</a:t>
          </a:r>
          <a:endParaRPr lang="en-US" sz="2700" kern="1200"/>
        </a:p>
      </dsp:txBody>
      <dsp:txXfrm>
        <a:off x="32384" y="3539374"/>
        <a:ext cx="6602065" cy="598621"/>
      </dsp:txXfrm>
    </dsp:sp>
    <dsp:sp modelId="{6D61A68B-4BB8-4C9D-91D8-25FFC21DD307}">
      <dsp:nvSpPr>
        <dsp:cNvPr id="0" name=""/>
        <dsp:cNvSpPr/>
      </dsp:nvSpPr>
      <dsp:spPr>
        <a:xfrm>
          <a:off x="0" y="4248140"/>
          <a:ext cx="6666833" cy="66338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QUESTIONS  AND ANSWERS</a:t>
          </a:r>
          <a:endParaRPr lang="en-US" sz="2700" kern="1200"/>
        </a:p>
      </dsp:txBody>
      <dsp:txXfrm>
        <a:off x="32384" y="4280524"/>
        <a:ext cx="6602065" cy="59862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316DBA-902A-4F3F-82E5-2AF90C533F7A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106C4-EDF7-4730-8E28-C2DE479B7F0E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00774-3571-4CB8-A4BC-C1A8A9C299C8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Product Performance</a:t>
          </a:r>
          <a:endParaRPr lang="en-US" sz="2500" kern="1200"/>
        </a:p>
      </dsp:txBody>
      <dsp:txXfrm>
        <a:off x="93445" y="3018902"/>
        <a:ext cx="3206250" cy="720000"/>
      </dsp:txXfrm>
    </dsp:sp>
    <dsp:sp modelId="{E2C2BE16-FF3A-4989-AAC4-755C8F4D9656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B05745-2BA1-44D3-B5AA-FCDD1567C301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6E2B48-29CC-46D3-9C0E-5B6E1FDF6275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Store Performance</a:t>
          </a:r>
          <a:endParaRPr lang="en-US" sz="2500" kern="1200"/>
        </a:p>
      </dsp:txBody>
      <dsp:txXfrm>
        <a:off x="3860789" y="3018902"/>
        <a:ext cx="3206250" cy="720000"/>
      </dsp:txXfrm>
    </dsp:sp>
    <dsp:sp modelId="{2DF06BEC-12AD-48C6-979D-775D7DBA2E76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E4F3AC-5E3F-4868-BAF7-29AD2580543B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78DCCE-298E-4AD8-AF9E-9A250C702EB1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Marketing Strategy Analysis</a:t>
          </a:r>
          <a:endParaRPr lang="en-US" sz="2500" kern="1200"/>
        </a:p>
      </dsp:txBody>
      <dsp:txXfrm>
        <a:off x="7628133" y="30189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61A30-7A9D-4999-A24E-F6FEFD73CF87}">
      <dsp:nvSpPr>
        <dsp:cNvPr id="0" name=""/>
        <dsp:cNvSpPr/>
      </dsp:nvSpPr>
      <dsp:spPr>
        <a:xfrm>
          <a:off x="0" y="123231"/>
          <a:ext cx="6666833" cy="167821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Hell’s Kitchen contributes the largest share of total revenue at 34%.</a:t>
          </a:r>
          <a:endParaRPr lang="en-US" sz="3000" kern="1200"/>
        </a:p>
      </dsp:txBody>
      <dsp:txXfrm>
        <a:off x="81924" y="205155"/>
        <a:ext cx="6502985" cy="1514370"/>
      </dsp:txXfrm>
    </dsp:sp>
    <dsp:sp modelId="{0A0AFDD3-2019-44F6-8352-B62C1EC5C30A}">
      <dsp:nvSpPr>
        <dsp:cNvPr id="0" name=""/>
        <dsp:cNvSpPr/>
      </dsp:nvSpPr>
      <dsp:spPr>
        <a:xfrm>
          <a:off x="0" y="1887850"/>
          <a:ext cx="6666833" cy="1678218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Astoria and Lower Manhattan generate nearly equal revenue shares, showing balanced performance.</a:t>
          </a:r>
          <a:endParaRPr lang="en-US" sz="3000" kern="1200"/>
        </a:p>
      </dsp:txBody>
      <dsp:txXfrm>
        <a:off x="81924" y="1969774"/>
        <a:ext cx="6502985" cy="1514370"/>
      </dsp:txXfrm>
    </dsp:sp>
    <dsp:sp modelId="{6F445A71-4B5D-4469-A6F9-02AC58C0ADC2}">
      <dsp:nvSpPr>
        <dsp:cNvPr id="0" name=""/>
        <dsp:cNvSpPr/>
      </dsp:nvSpPr>
      <dsp:spPr>
        <a:xfrm>
          <a:off x="0" y="3652469"/>
          <a:ext cx="6666833" cy="1678218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Overall, revenue distribution across stores is consistent, suggesting stable sales patterns across all locations.</a:t>
          </a:r>
          <a:endParaRPr lang="en-US" sz="3000" kern="1200"/>
        </a:p>
      </dsp:txBody>
      <dsp:txXfrm>
        <a:off x="81924" y="3734393"/>
        <a:ext cx="6502985" cy="15143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F5E81-01B1-4C53-85DA-A62DB3388665}">
      <dsp:nvSpPr>
        <dsp:cNvPr id="0" name=""/>
        <dsp:cNvSpPr/>
      </dsp:nvSpPr>
      <dsp:spPr>
        <a:xfrm>
          <a:off x="8537" y="884096"/>
          <a:ext cx="6061530" cy="2424612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Steady Monthly Growth:</a:t>
          </a:r>
          <a:br>
            <a:rPr lang="en-GB" sz="2000" kern="1200"/>
          </a:br>
          <a:r>
            <a:rPr lang="en-GB" sz="2000" kern="1200"/>
            <a:t>Revenue shows a consistent upward trend from January through June, with June being the highest-earning month. This indicates increasing customer engagement and possibly seasonal growth in coffee consumption.</a:t>
          </a:r>
          <a:endParaRPr lang="en-US" sz="2000" kern="1200"/>
        </a:p>
      </dsp:txBody>
      <dsp:txXfrm>
        <a:off x="8537" y="884096"/>
        <a:ext cx="5455377" cy="2424612"/>
      </dsp:txXfrm>
    </dsp:sp>
    <dsp:sp modelId="{4D8D483C-7A7A-4923-84BF-7C65CDACFE68}">
      <dsp:nvSpPr>
        <dsp:cNvPr id="0" name=""/>
        <dsp:cNvSpPr/>
      </dsp:nvSpPr>
      <dsp:spPr>
        <a:xfrm>
          <a:off x="4857761" y="884096"/>
          <a:ext cx="6061530" cy="2424612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Morning Dominates Daily Sales:</a:t>
          </a:r>
          <a:br>
            <a:rPr lang="en-GB" sz="2000" kern="1200"/>
          </a:br>
          <a:r>
            <a:rPr lang="en-GB" sz="2000" kern="1200"/>
            <a:t>The morning period </a:t>
          </a:r>
          <a:r>
            <a:rPr lang="en-GB" sz="2000" b="1" kern="1200"/>
            <a:t>(</a:t>
          </a:r>
          <a:r>
            <a:rPr lang="en-GB" sz="2000" kern="1200"/>
            <a:t>6 AM – 11:59 AM</a:t>
          </a:r>
          <a:r>
            <a:rPr lang="en-GB" sz="2000" b="1" kern="1200"/>
            <a:t>)</a:t>
          </a:r>
          <a:r>
            <a:rPr lang="en-GB" sz="2000" kern="1200"/>
            <a:t> generates the highest revenue across all stores. This aligns with customer habits of purchasing coffee and breakfast items before or during work hours.</a:t>
          </a:r>
          <a:endParaRPr lang="en-US" sz="2000" kern="1200"/>
        </a:p>
      </dsp:txBody>
      <dsp:txXfrm>
        <a:off x="6070067" y="884096"/>
        <a:ext cx="3636918" cy="24246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D6B02-AAC6-48A2-9185-353D0A9DA2A7}">
      <dsp:nvSpPr>
        <dsp:cNvPr id="0" name=""/>
        <dsp:cNvSpPr/>
      </dsp:nvSpPr>
      <dsp:spPr>
        <a:xfrm>
          <a:off x="0" y="1039"/>
          <a:ext cx="6666833" cy="11793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800" kern="1200"/>
            <a:t>Business Implication:</a:t>
          </a:r>
          <a:endParaRPr lang="en-US" sz="4800" kern="1200"/>
        </a:p>
      </dsp:txBody>
      <dsp:txXfrm>
        <a:off x="57572" y="58611"/>
        <a:ext cx="6551689" cy="1064215"/>
      </dsp:txXfrm>
    </dsp:sp>
    <dsp:sp modelId="{080F8E1A-FAAE-4DF0-B16E-F356BE3A10B3}">
      <dsp:nvSpPr>
        <dsp:cNvPr id="0" name=""/>
        <dsp:cNvSpPr/>
      </dsp:nvSpPr>
      <dsp:spPr>
        <a:xfrm>
          <a:off x="0" y="1180399"/>
          <a:ext cx="6666833" cy="4272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60960" rIns="341376" bIns="6096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3700" kern="1200"/>
            <a:t>Focus marketing and staffing efforts during morning hours and peak months (May–June) to maximize efficiency. Consider promotions or menu adjustments to boost sales during afternoons and evenings.</a:t>
          </a:r>
          <a:endParaRPr lang="en-US" sz="3700" kern="1200"/>
        </a:p>
      </dsp:txBody>
      <dsp:txXfrm>
        <a:off x="0" y="1180399"/>
        <a:ext cx="6666833" cy="42724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3F51A-F2EF-4C55-8415-5968099B7E06}">
      <dsp:nvSpPr>
        <dsp:cNvPr id="0" name=""/>
        <dsp:cNvSpPr/>
      </dsp:nvSpPr>
      <dsp:spPr>
        <a:xfrm>
          <a:off x="0" y="5494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This pattern suggests fewer customers in-store later in the day, possibly due to work schedules or reduced commuter traffic.</a:t>
          </a:r>
          <a:endParaRPr lang="en-US" sz="1900" kern="1200"/>
        </a:p>
      </dsp:txBody>
      <dsp:txXfrm>
        <a:off x="51003" y="56497"/>
        <a:ext cx="6564827" cy="942803"/>
      </dsp:txXfrm>
    </dsp:sp>
    <dsp:sp modelId="{5BAE5F2E-CB70-4084-B61B-7F4B94C32923}">
      <dsp:nvSpPr>
        <dsp:cNvPr id="0" name=""/>
        <dsp:cNvSpPr/>
      </dsp:nvSpPr>
      <dsp:spPr>
        <a:xfrm>
          <a:off x="0" y="1105024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Nighttime revenue is negligible</a:t>
          </a:r>
          <a:endParaRPr lang="en-US" sz="1900" kern="1200"/>
        </a:p>
      </dsp:txBody>
      <dsp:txXfrm>
        <a:off x="51003" y="1156027"/>
        <a:ext cx="6564827" cy="942803"/>
      </dsp:txXfrm>
    </dsp:sp>
    <dsp:sp modelId="{86DBA31A-894E-4253-B708-B2C2B8763DE4}">
      <dsp:nvSpPr>
        <dsp:cNvPr id="0" name=""/>
        <dsp:cNvSpPr/>
      </dsp:nvSpPr>
      <dsp:spPr>
        <a:xfrm>
          <a:off x="0" y="2204555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Sales after 8 PM are almost non-existent, implying minimal late-night demand and limited business justification for extended operating hours.</a:t>
          </a:r>
          <a:endParaRPr lang="en-US" sz="1900" kern="1200"/>
        </a:p>
      </dsp:txBody>
      <dsp:txXfrm>
        <a:off x="51003" y="2255558"/>
        <a:ext cx="6564827" cy="942803"/>
      </dsp:txXfrm>
    </dsp:sp>
    <dsp:sp modelId="{5347C168-57B0-47AE-AAAD-A0E72C722AA4}">
      <dsp:nvSpPr>
        <dsp:cNvPr id="0" name=""/>
        <dsp:cNvSpPr/>
      </dsp:nvSpPr>
      <dsp:spPr>
        <a:xfrm>
          <a:off x="0" y="3304085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Operational insight</a:t>
          </a:r>
          <a:endParaRPr lang="en-US" sz="1900" kern="1200"/>
        </a:p>
      </dsp:txBody>
      <dsp:txXfrm>
        <a:off x="51003" y="3355088"/>
        <a:ext cx="6564827" cy="942803"/>
      </dsp:txXfrm>
    </dsp:sp>
    <dsp:sp modelId="{38209E62-7C90-4076-B071-6D734F4C48AC}">
      <dsp:nvSpPr>
        <dsp:cNvPr id="0" name=""/>
        <dsp:cNvSpPr/>
      </dsp:nvSpPr>
      <dsp:spPr>
        <a:xfrm>
          <a:off x="0" y="4403614"/>
          <a:ext cx="6666833" cy="104480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The business could optimize staffing and inventory around morning peaks and explore promotions or delivery options to boost afternoon and evening performance.</a:t>
          </a:r>
          <a:endParaRPr lang="en-US" sz="1900" kern="1200"/>
        </a:p>
      </dsp:txBody>
      <dsp:txXfrm>
        <a:off x="51003" y="4454617"/>
        <a:ext cx="6564827" cy="9428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2270F0-B93E-4392-B9C3-31DD65A0633C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CFF74D3-7946-44D4-99F4-80E8B0033A15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Low-performing categories</a:t>
          </a:r>
          <a:endParaRPr lang="en-US" sz="2100" kern="1200"/>
        </a:p>
      </dsp:txBody>
      <dsp:txXfrm>
        <a:off x="0" y="665"/>
        <a:ext cx="6666833" cy="1090517"/>
      </dsp:txXfrm>
    </dsp:sp>
    <dsp:sp modelId="{64AB5DE5-FD40-42B6-B067-5C6ABA6F3391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3038037"/>
              <a:satOff val="-207"/>
              <a:lumOff val="49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1A9E029-2D21-4DB8-9EE5-C3877F10D354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Coffee Beans, Branded Items, Loose Tea, Flavours, and Packaged Chocolate contribute minimally (&lt;6% each), indicating potential underperformance or niche demand.</a:t>
          </a:r>
          <a:endParaRPr lang="en-US" sz="2100" kern="1200"/>
        </a:p>
      </dsp:txBody>
      <dsp:txXfrm>
        <a:off x="0" y="1091183"/>
        <a:ext cx="6666833" cy="1090517"/>
      </dsp:txXfrm>
    </dsp:sp>
    <dsp:sp modelId="{3E82DD83-7ECA-47CC-8296-760528D3478C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E6D896-2BDB-497D-A89C-E9295C50EB7F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Business Opportunity</a:t>
          </a:r>
          <a:endParaRPr lang="en-US" sz="2100" kern="1200"/>
        </a:p>
      </dsp:txBody>
      <dsp:txXfrm>
        <a:off x="0" y="2181701"/>
        <a:ext cx="6666833" cy="1090517"/>
      </dsp:txXfrm>
    </dsp:sp>
    <dsp:sp modelId="{39D707AC-7374-4724-A14A-AD85C2F3F353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9114112"/>
              <a:satOff val="-620"/>
              <a:lumOff val="147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891AC7-0607-4D65-A1D8-41FD2C0E85AE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Focus marketing and promotions on Coffee and Tea to maintain strength.</a:t>
          </a:r>
          <a:endParaRPr lang="en-US" sz="2100" kern="1200"/>
        </a:p>
      </dsp:txBody>
      <dsp:txXfrm>
        <a:off x="0" y="3272218"/>
        <a:ext cx="6666833" cy="1090517"/>
      </dsp:txXfrm>
    </dsp:sp>
    <dsp:sp modelId="{453E096E-295F-40C1-99E4-68BBE7A54526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0A6B8A-F98E-43E4-8E85-748D433C2531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Explore ways to boost sales in lower-performing categories through bundling, sampling, or limited-time offers.</a:t>
          </a:r>
          <a:endParaRPr lang="en-US" sz="2100" kern="1200"/>
        </a:p>
      </dsp:txBody>
      <dsp:txXfrm>
        <a:off x="0" y="4362736"/>
        <a:ext cx="6666833" cy="109051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F3AC26-4423-4AA6-B84E-68CF65DC942E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0B3C08-6BCE-4721-82F0-D4C6677478BC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43A18-F771-4989-86A3-9472C52EF98A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May and June recorded the highest sales and quantities sold, with June leading overall performance.</a:t>
          </a:r>
          <a:endParaRPr lang="en-US" sz="2300" kern="1200"/>
        </a:p>
      </dsp:txBody>
      <dsp:txXfrm>
        <a:off x="1437631" y="531"/>
        <a:ext cx="9077968" cy="1244702"/>
      </dsp:txXfrm>
    </dsp:sp>
    <dsp:sp modelId="{099DF83B-4D56-4ACF-A8DD-CC6F04399FA2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D6B799-6956-44F8-B10E-F69F86FF2F51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7D7180-27FE-499D-931B-C4861BDBF99B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This trend aligns with the winter season, when colder weather drives increased consumption of coffee and tea as customers seek warmth.</a:t>
          </a:r>
          <a:endParaRPr lang="en-US" sz="2300" kern="1200"/>
        </a:p>
      </dsp:txBody>
      <dsp:txXfrm>
        <a:off x="1437631" y="1556410"/>
        <a:ext cx="9077968" cy="1244702"/>
      </dsp:txXfrm>
    </dsp:sp>
    <dsp:sp modelId="{34CF027F-4590-4E0C-B6A2-1B5C0564BE91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12EB07-9669-4C8D-B229-FD3E5656BC33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74509-639D-46F7-94AB-6D35228EAC0D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Overall, revenue and sales volumes remained stable across the six-month period, indicating consistent customer demand throughout the year.</a:t>
          </a:r>
          <a:endParaRPr lang="en-US" sz="2300" kern="1200"/>
        </a:p>
      </dsp:txBody>
      <dsp:txXfrm>
        <a:off x="1437631" y="3112289"/>
        <a:ext cx="9077968" cy="12447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91ABE2-0445-4263-B6AF-7370DE12B7C5}">
      <dsp:nvSpPr>
        <dsp:cNvPr id="0" name=""/>
        <dsp:cNvSpPr/>
      </dsp:nvSpPr>
      <dsp:spPr>
        <a:xfrm>
          <a:off x="1669038" y="0"/>
          <a:ext cx="3026146" cy="13784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6. Data-Driven Growth</a:t>
          </a:r>
          <a:endParaRPr lang="en-US" sz="1800" kern="1200"/>
        </a:p>
      </dsp:txBody>
      <dsp:txXfrm>
        <a:off x="1709412" y="40374"/>
        <a:ext cx="2945398" cy="1297709"/>
      </dsp:txXfrm>
    </dsp:sp>
    <dsp:sp modelId="{3BC984CB-A551-4583-A3A5-2C563CFEA8EB}">
      <dsp:nvSpPr>
        <dsp:cNvPr id="0" name=""/>
        <dsp:cNvSpPr/>
      </dsp:nvSpPr>
      <dsp:spPr>
        <a:xfrm rot="5400000">
          <a:off x="2923651" y="1412919"/>
          <a:ext cx="516921" cy="620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996020" y="1464611"/>
        <a:ext cx="372184" cy="361845"/>
      </dsp:txXfrm>
    </dsp:sp>
    <dsp:sp modelId="{CAB61097-5301-4C87-BB66-3D3B7A2B04BE}">
      <dsp:nvSpPr>
        <dsp:cNvPr id="0" name=""/>
        <dsp:cNvSpPr/>
      </dsp:nvSpPr>
      <dsp:spPr>
        <a:xfrm>
          <a:off x="1669038" y="2067687"/>
          <a:ext cx="3026146" cy="13784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Continue tracking hourly and daily sales trends to fine-tune staffing, inventory, and promotions.</a:t>
          </a:r>
          <a:endParaRPr lang="en-US" sz="1800" kern="1200"/>
        </a:p>
      </dsp:txBody>
      <dsp:txXfrm>
        <a:off x="1709412" y="2108061"/>
        <a:ext cx="2945398" cy="1297709"/>
      </dsp:txXfrm>
    </dsp:sp>
    <dsp:sp modelId="{AA03C8B3-6E10-4F13-9F9F-529B8B9C3679}">
      <dsp:nvSpPr>
        <dsp:cNvPr id="0" name=""/>
        <dsp:cNvSpPr/>
      </dsp:nvSpPr>
      <dsp:spPr>
        <a:xfrm rot="5400000">
          <a:off x="2923651" y="3480606"/>
          <a:ext cx="516921" cy="6203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996020" y="3532298"/>
        <a:ext cx="372184" cy="361845"/>
      </dsp:txXfrm>
    </dsp:sp>
    <dsp:sp modelId="{A783451D-B072-46E3-B73B-13DF04E10C10}">
      <dsp:nvSpPr>
        <dsp:cNvPr id="0" name=""/>
        <dsp:cNvSpPr/>
      </dsp:nvSpPr>
      <dsp:spPr>
        <a:xfrm>
          <a:off x="1669038" y="4135374"/>
          <a:ext cx="3026146" cy="137845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Use insights from sales data to forecast demand and improve decision-making for upcoming quarters.</a:t>
          </a:r>
          <a:endParaRPr lang="en-US" sz="1800" kern="1200"/>
        </a:p>
      </dsp:txBody>
      <dsp:txXfrm>
        <a:off x="1709412" y="4175748"/>
        <a:ext cx="2945398" cy="12977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F74AA-8BCD-65B6-8078-B829E3CA7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524DC-DC65-5CD1-ABF0-980EA6024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DAE64-DB76-E190-4248-A9EEC5C4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5C6AA-7D94-B15E-70D1-812ABF04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FA96F4-7949-DAED-0208-3182583AE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3680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13CDD-F1A9-FD69-8711-2787A33B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009A-C45D-B71F-3531-F011A8C75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6A2E0-BE2C-CBD7-0609-A3DFCDC3B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6DF7C1-52B1-5B94-EB12-E12B2A2BC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AC35A-A183-2EF3-295F-4428D0707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2500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71946-5EDD-1955-2163-8E9FAF94F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700E4-C5B6-26BF-2461-331C93B8B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6D214-71EC-E4B0-25FC-11532003E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C0E18-A7BA-12CA-4E5C-3FB0357D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464B3-5B70-976F-CD6F-FF93AFE0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9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5ACB8-F5B8-D0A6-E976-EF5C1D42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1B0DD-89FD-ACCA-5A55-8141901701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6356A-A625-278C-610B-310A69EC09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9F711-E007-7C72-A1C4-45870A341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56773-DAD3-92AA-352C-479674FE9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3F8A3-8643-E92D-01D0-25A7DFB0E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636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49CBD-2459-806E-7703-D6F0CE401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37F35-8D4D-903E-22D4-6B71A32BD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13809-1F32-9A92-B5E9-10C0EE3E92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353B5-A4CD-AC06-F05E-44C5FB906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1D6965-3D48-656C-1BDF-2BDDC6F5A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E6FD1-BC85-F76A-34A8-706634B7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A281B-D217-A807-B71B-D3BFAA9E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11DD7E-5836-E92B-65DA-C6BA23FE5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673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C64EC-6B96-3FBC-D4DA-1B1526F3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E814C-88F3-75BD-C60F-4B3DC07E9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F7B744-FD95-3F18-A0F6-BABFC1E9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A564FF-2AA3-04FB-DE96-4D5271E7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20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C5F457-9239-40BD-E7C7-AC03D6FA0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B2F47B-73B7-A61C-2581-FB7E12F84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57563-4551-B74A-E30C-391C22A91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443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4387-85C7-03F9-3F10-BBFDAA26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14F7C-173A-943A-41A9-381D98976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E45FF-CB97-D5F8-B1AF-73BB43E81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F77F92-7597-7765-DEA4-13307DF2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BCA10-A2FE-6643-3FD3-8E7AA84D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80673-2ED5-A5B6-C360-950C82581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740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93AD1-7814-D225-8065-BBB1EE56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015E2E-73BC-5091-20D2-F3234B7CF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017E3-5416-61F6-888B-5F19E03B07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2D899F-A5CD-D36E-260C-3B41455FD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74DCD-A418-B5FC-C08B-B81F272C1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582C4-8015-3F98-CC88-A0D8755CE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411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FF793-8DD4-8FC2-5ABE-60A205A4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0EA2E-4A69-8F3F-9A36-95539B6BB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83A8A-DDC3-B85E-2237-5E76D1F52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F600F-7F66-EB81-794D-B584AFABE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C8FA5-5996-24A9-F186-186ACA150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3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2DC184-403C-012B-A905-BB19FFAB2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17D3C8-CDEE-657A-FB07-E435ED2796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85D6C-CF3D-CC79-EFEC-2B2B8BCE0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F99F4-6896-DC1F-FFAA-34002303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8F063-C026-E715-0D27-2D193E98B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76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8EA230-3EF7-549B-0F61-CEAB4344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3DCA6-C4F9-CA50-BECE-B2A945649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51DC6-4431-837A-B38F-02C66C86E1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532616-736B-4C34-AB3C-19CAA2EE95D5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F433F-80E5-D347-DEAD-BD23D71401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F9F5B0-669B-C9E3-A0DB-FBB6CA0B10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D38A4-DFF7-4BDA-8C24-6E4DF2FCB9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109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940B7-51DC-21B6-1015-F3FF07EDEE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4"/>
                </a:solidFill>
              </a:rPr>
              <a:t>Bright Coffee Shop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A2820-5B78-6D5F-AD7A-2E6A9C5AA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accent4"/>
                </a:solidFill>
              </a:rPr>
              <a:t>NDIVHUDZANNYI TSHIBALO, 2025/10/31</a:t>
            </a:r>
          </a:p>
        </p:txBody>
      </p:sp>
    </p:spTree>
    <p:extLst>
      <p:ext uri="{BB962C8B-B14F-4D97-AF65-F5344CB8AC3E}">
        <p14:creationId xmlns:p14="http://schemas.microsoft.com/office/powerpoint/2010/main" val="1309952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0E634-4BAC-E4FB-14B9-479AC1AD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0B482B-1A03-C096-114F-31236E5FBA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12331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284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514734-1D51-4F6C-B1C3-164F7F290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sz="400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EA604-77E7-9A98-FFB7-3C2A09BA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GB" sz="2000"/>
              <a:t>This analysis is based on the Bright Coffee Shop Sales dataset, which records daily transactions from the coffee shop.</a:t>
            </a:r>
          </a:p>
          <a:p>
            <a:r>
              <a:rPr lang="en-GB" sz="2000"/>
              <a:t>As part of supporting the new CEO’s goal to increase revenue and enhance product performance, this report provides data-driven insights and recommendations derived from historical sales data in the last six months.</a:t>
            </a:r>
          </a:p>
        </p:txBody>
      </p:sp>
      <p:pic>
        <p:nvPicPr>
          <p:cNvPr id="20" name="Picture 19" descr="Coffee Machine and Cup">
            <a:extLst>
              <a:ext uri="{FF2B5EF4-FFF2-40B4-BE49-F238E27FC236}">
                <a16:creationId xmlns:a16="http://schemas.microsoft.com/office/drawing/2014/main" id="{B9E830F4-CA98-1C21-B5B7-ACD1BA12E9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09" r="24490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73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604FFA-400D-8D6C-F7A1-632E39B88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2.  AIM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56083-F3E4-F5CC-73AD-55C242F93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The goal of this analysis is to deliver a clear and comprehensive view of Bright Coffee Shop’s performance over the last six months.</a:t>
            </a:r>
          </a:p>
        </p:txBody>
      </p:sp>
      <p:pic>
        <p:nvPicPr>
          <p:cNvPr id="5" name="Picture 4" descr="Espresso machine with ground coffee">
            <a:extLst>
              <a:ext uri="{FF2B5EF4-FFF2-40B4-BE49-F238E27FC236}">
                <a16:creationId xmlns:a16="http://schemas.microsoft.com/office/drawing/2014/main" id="{287E49A2-2138-EC0C-71D6-C5F1B9F0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49" r="22115" b="-1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105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6653AC-2774-FE4D-D9C8-A612FF988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3.  FOCUS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27FF2B-8472-340B-3000-E49EAAE401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5927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607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C80486-E71E-1EAB-6AD2-DA4EA5FD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4.  ANALYSIS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488C0-A950-17BD-705D-75F2CC6D7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GB" sz="2000"/>
              <a:t>Revenue Analysis by Store</a:t>
            </a:r>
          </a:p>
          <a:p>
            <a:pPr marL="0" indent="0">
              <a:buNone/>
            </a:pPr>
            <a:endParaRPr lang="en-GB" sz="200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4D01CC4-D8B2-A4F2-A864-31499D847F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4586705"/>
              </p:ext>
            </p:extLst>
          </p:nvPr>
        </p:nvGraphicFramePr>
        <p:xfrm>
          <a:off x="8109502" y="473654"/>
          <a:ext cx="3615776" cy="59225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2489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28806-0570-100D-B368-7F07F076A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  <a:latin typeface="+mn-lt"/>
              </a:rPr>
              <a:t>Revenue Analysis by Store cont.….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CAC0CF-4DB5-8D66-E7AF-8772FD1A20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29240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8495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D6E2-8F46-7DAA-918B-4DFF8F3CB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+mn-lt"/>
              </a:rPr>
              <a:t>Revenue Analysis by Store cont.…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387DEF2-4DB5-1B20-B6A2-6FC3328FF0B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0402401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0FADBC8-713C-5559-F4E8-D8D55ADEDD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4850439"/>
              </p:ext>
            </p:extLst>
          </p:nvPr>
        </p:nvGraphicFramePr>
        <p:xfrm>
          <a:off x="6172200" y="1825625"/>
          <a:ext cx="5627914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58756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77D80-B76F-E2EC-7F20-5704ADA44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  <a:latin typeface="+mn-lt"/>
              </a:rPr>
              <a:t>Revenue Analysis by Store cont.….</a:t>
            </a:r>
          </a:p>
        </p:txBody>
      </p:sp>
      <p:graphicFrame>
        <p:nvGraphicFramePr>
          <p:cNvPr id="29" name="Content Placeholder 9">
            <a:extLst>
              <a:ext uri="{FF2B5EF4-FFF2-40B4-BE49-F238E27FC236}">
                <a16:creationId xmlns:a16="http://schemas.microsoft.com/office/drawing/2014/main" id="{9628E6DE-2B73-2F45-59DC-1ADD19BF3A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47006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27872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749E36-687F-72F4-CA58-4C2FFD2C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11E41-9A48-CA67-6782-8E4D2FBB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latin typeface="+mn-lt"/>
              </a:rPr>
              <a:t>Revenue Analysis by Store cont.….</a:t>
            </a: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20C41D1-1F47-7955-35F2-DEB8CB2A2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dirty="0"/>
              <a:t>Afternoon and Evening Declines:</a:t>
            </a:r>
            <a:br>
              <a:rPr lang="en-GB" dirty="0"/>
            </a:br>
            <a:r>
              <a:rPr lang="en-GB" dirty="0"/>
              <a:t>Sales drop noticeably after midday, suggesting fewer customer visits or smaller purchase volumes later in the day. The night hours contribute minimally to total revenue.</a:t>
            </a:r>
          </a:p>
        </p:txBody>
      </p:sp>
    </p:spTree>
    <p:extLst>
      <p:ext uri="{BB962C8B-B14F-4D97-AF65-F5344CB8AC3E}">
        <p14:creationId xmlns:p14="http://schemas.microsoft.com/office/powerpoint/2010/main" val="3603482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CA309-3402-0018-5F62-19A1D7FAD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  <a:latin typeface="+mn-lt"/>
              </a:rPr>
              <a:t>Revenue Analysis by Store cont.…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BE1336-236E-89BF-BD47-9F860A54A3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304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52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2E404-D7C4-C6A2-8C2A-0C8A8D672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+mn-lt"/>
              </a:rPr>
              <a:t>Revenue Analysis by Store cont.…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0FADBC8-713C-5559-F4E8-D8D55ADEDDD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0029679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F201942-4953-A283-4564-C55BFB89A1C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1603501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49382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C5E093-FC26-C03C-67D7-1C6AE5DC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647EE-CC1C-4DB0-E1DA-254A7643C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GB" sz="4000">
                <a:latin typeface="+mn-lt"/>
              </a:rPr>
              <a:t>Revenue by Store Analysis 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09120-9C4D-DB71-0424-0FECC246A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GB" sz="1700"/>
          </a:p>
          <a:p>
            <a:pPr marL="0" indent="0">
              <a:buNone/>
            </a:pPr>
            <a:r>
              <a:rPr lang="en-GB" sz="1700"/>
              <a:t>Morning dominates revenue generation</a:t>
            </a:r>
          </a:p>
          <a:p>
            <a:r>
              <a:rPr lang="en-GB" sz="1700"/>
              <a:t>The morning period (6 AM – 11 AM) consistently drives the highest revenue across all store locations, with over 60% of total daily sales occurring during this window.</a:t>
            </a:r>
          </a:p>
          <a:p>
            <a:r>
              <a:rPr lang="en-GB" sz="1700"/>
              <a:t>This reflects strong breakfast and early coffee demand.</a:t>
            </a:r>
          </a:p>
          <a:p>
            <a:pPr marL="0" indent="0">
              <a:buNone/>
            </a:pPr>
            <a:r>
              <a:rPr lang="en-GB" sz="1700"/>
              <a:t>Afternoon and evening sales decline gradually</a:t>
            </a:r>
          </a:p>
          <a:p>
            <a:r>
              <a:rPr lang="en-GB" sz="1700"/>
              <a:t>Revenues drop notably after midday, with steady but lower performance during afternoon and evening hours.</a:t>
            </a:r>
          </a:p>
        </p:txBody>
      </p:sp>
      <p:pic>
        <p:nvPicPr>
          <p:cNvPr id="13" name="Picture 12" descr="Black coffee in a white cup on a wooden table">
            <a:extLst>
              <a:ext uri="{FF2B5EF4-FFF2-40B4-BE49-F238E27FC236}">
                <a16:creationId xmlns:a16="http://schemas.microsoft.com/office/drawing/2014/main" id="{6FA9D97D-5178-FA5F-50AD-6381D9A111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871" r="6729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273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4EB9C-6A6F-9A86-9E97-57B299368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5591B-B93D-D05F-988E-BFB8B4C24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  <a:latin typeface="+mn-lt"/>
              </a:rPr>
              <a:t>Revenue by Store Analysis cont.…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B6E1CA-2F7C-774C-652E-60D5E8B7F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850954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5394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2884-95C6-2AAA-FB85-96FF9A8D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>
                <a:latin typeface="+mn-lt"/>
              </a:rPr>
              <a:t>Insights on Product Sales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C4B5528-F907-C804-9FB4-03E26DB646D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63479583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7BF73FF-69B0-4DB0-1B40-9139A199340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0355371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879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401DF-9EF2-1728-F643-B919E894B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>
                <a:latin typeface="+mn-lt"/>
              </a:rPr>
              <a:t>Insights on Product Sales 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301F-C5C3-8163-B924-FD71BA0B5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/>
              <a:t>Coffee and Tea dominate total sales</a:t>
            </a:r>
          </a:p>
          <a:p>
            <a:r>
              <a:rPr lang="en-GB" sz="1900"/>
              <a:t>Coffee contributes the highest share of total revenue at 38.6%, followed by Tea at 28.1%.</a:t>
            </a:r>
          </a:p>
          <a:p>
            <a:r>
              <a:rPr lang="en-GB" sz="1900"/>
              <a:t>Together, these two categories account for over two-thirds of total sales, highlighting their central role in driving the business.</a:t>
            </a:r>
          </a:p>
          <a:p>
            <a:pPr marL="0" indent="0">
              <a:buNone/>
            </a:pPr>
            <a:r>
              <a:rPr lang="en-GB" sz="1900"/>
              <a:t>Moderate performance in Bakery and Drinking Chocolate</a:t>
            </a:r>
          </a:p>
          <a:p>
            <a:r>
              <a:rPr lang="en-GB" sz="1900"/>
              <a:t>Bakery (11.8%) and Drinking Chocolate (10.4%) are strong secondary contributors, performing consistently across all store locations.</a:t>
            </a:r>
          </a:p>
        </p:txBody>
      </p:sp>
      <p:pic>
        <p:nvPicPr>
          <p:cNvPr id="5" name="Picture 4" descr="Coffee and a croissant">
            <a:extLst>
              <a:ext uri="{FF2B5EF4-FFF2-40B4-BE49-F238E27FC236}">
                <a16:creationId xmlns:a16="http://schemas.microsoft.com/office/drawing/2014/main" id="{7C577881-F6DE-EE04-F48B-20B1982172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9" r="32885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2554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E93690-1FE0-D0EE-A922-C745AC6A0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16E85-7F9C-2651-F285-FAB0581BD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  <a:latin typeface="+mn-lt"/>
              </a:rPr>
              <a:t>Insights on Product Sales cont.…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5CF329-54E1-35A8-706C-FBDA34F42C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21509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80319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C8DD5A-2177-6753-E2F9-C07A00190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72396-C84B-BF89-B93F-DE07E932D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01" y="274104"/>
            <a:ext cx="9906199" cy="1157242"/>
          </a:xfrm>
        </p:spPr>
        <p:txBody>
          <a:bodyPr>
            <a:normAutofit/>
          </a:bodyPr>
          <a:lstStyle/>
          <a:p>
            <a:pPr algn="ctr"/>
            <a:r>
              <a:rPr lang="en-GB" sz="4000">
                <a:latin typeface="+mn-lt"/>
              </a:rPr>
              <a:t>Revenue by Day of Week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1D5657-99F3-F8BD-EBF1-D328FDCB3C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6076827"/>
              </p:ext>
            </p:extLst>
          </p:nvPr>
        </p:nvGraphicFramePr>
        <p:xfrm>
          <a:off x="1250830" y="2122098"/>
          <a:ext cx="9690340" cy="3875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74592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up of a dark coffee on a mug">
            <a:extLst>
              <a:ext uri="{FF2B5EF4-FFF2-40B4-BE49-F238E27FC236}">
                <a16:creationId xmlns:a16="http://schemas.microsoft.com/office/drawing/2014/main" id="{61C9D62E-38FE-5D41-FC11-EC69F6463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467" r="24269" b="-1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EC47F-E551-4549-055D-141A5FFC9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>
                <a:latin typeface="+mn-lt"/>
              </a:rPr>
              <a:t>Revenue by Day of Week 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F8EE3-8DA2-0790-6AE5-0B8E5E755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600" dirty="0"/>
              <a:t>Weekday sales are strong and consistent</a:t>
            </a:r>
          </a:p>
          <a:p>
            <a:r>
              <a:rPr lang="en-GB" sz="1600" dirty="0"/>
              <a:t>Revenue remains steady from Monday to Friday, ranging between R99,000 and R102,000.</a:t>
            </a:r>
          </a:p>
          <a:p>
            <a:r>
              <a:rPr lang="en-GB" sz="1600" dirty="0"/>
              <a:t>The highest revenue occurs on Monday (R102,000), possibly due to routine morning commutes or early-week coffee demand.</a:t>
            </a:r>
          </a:p>
          <a:p>
            <a:pPr marL="0" indent="0">
              <a:buNone/>
            </a:pPr>
            <a:r>
              <a:rPr lang="en-GB" sz="1600" dirty="0"/>
              <a:t>Slight dip on weekends</a:t>
            </a:r>
          </a:p>
          <a:p>
            <a:r>
              <a:rPr lang="en-GB" sz="1600" dirty="0"/>
              <a:t>Revenue declines on Saturday (R97,000) and Sunday (R98,000), suggesting lower foot traffic or reduced operational hours.</a:t>
            </a:r>
          </a:p>
          <a:p>
            <a:r>
              <a:rPr lang="en-GB" sz="1600" dirty="0"/>
              <a:t>This pattern indicates that weekday business drives the bulk of total revenue.</a:t>
            </a:r>
          </a:p>
        </p:txBody>
      </p:sp>
    </p:spTree>
    <p:extLst>
      <p:ext uri="{BB962C8B-B14F-4D97-AF65-F5344CB8AC3E}">
        <p14:creationId xmlns:p14="http://schemas.microsoft.com/office/powerpoint/2010/main" val="978655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A03C22-9F26-0729-0013-39FCEAC1E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6642A8-F927-3C5C-F151-A9F150D6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  <a:latin typeface="+mn-lt"/>
              </a:rPr>
              <a:t>Revenue by Day of Week cont.…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590D-2705-279E-D53B-81F359949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dirty="0"/>
              <a:t>Operational insight</a:t>
            </a:r>
          </a:p>
          <a:p>
            <a:r>
              <a:rPr lang="en-GB" dirty="0"/>
              <a:t>The business could maintain weekday staffing and inventory levels, while considering cost optimizations on weekends.</a:t>
            </a:r>
          </a:p>
          <a:p>
            <a:r>
              <a:rPr lang="en-GB" dirty="0"/>
              <a:t>Alternatively, weekend promotions (e.g., family combos, brunch specials, or loyalty discounts) could help stimulate demand.</a:t>
            </a:r>
          </a:p>
        </p:txBody>
      </p:sp>
    </p:spTree>
    <p:extLst>
      <p:ext uri="{BB962C8B-B14F-4D97-AF65-F5344CB8AC3E}">
        <p14:creationId xmlns:p14="http://schemas.microsoft.com/office/powerpoint/2010/main" val="103852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24D84CD-5280-4B52-B96E-8EDAA2B20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E65D517-46E4-8037-A63D-629DE1253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CAF08-53DF-1CB9-805B-59647E709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276198"/>
            <a:ext cx="10477600" cy="1157242"/>
          </a:xfrm>
        </p:spPr>
        <p:txBody>
          <a:bodyPr>
            <a:normAutofit/>
          </a:bodyPr>
          <a:lstStyle/>
          <a:p>
            <a:r>
              <a:rPr lang="en-GB" sz="4000" dirty="0">
                <a:latin typeface="+mn-lt"/>
              </a:rPr>
              <a:t>Total Revenue vs Quantity Sold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BC38D99-C019-7DD8-01EB-EA3391276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4338625"/>
              </p:ext>
            </p:extLst>
          </p:nvPr>
        </p:nvGraphicFramePr>
        <p:xfrm>
          <a:off x="1250830" y="2122098"/>
          <a:ext cx="9690340" cy="3875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45343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D5D8-A262-083E-3FEE-8CC45DA27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dirty="0"/>
              <a:t>Total Revenue vs Quantity Sold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4C0F8F-841D-A347-3298-B3241458A8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127084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0214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06A0F-9A58-71F4-C2F5-AF51AD6C7C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556" r="1069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FB2D1-618C-04B5-AF14-AB14A82B7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3400">
                <a:latin typeface="+mn-lt"/>
              </a:rPr>
              <a:t>Conclusions and Recommendations For Bright Coffee Shop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11610-1E28-3520-1B08-C5A9324F8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1600"/>
              <a:t>Focus on Peak Months</a:t>
            </a:r>
          </a:p>
          <a:p>
            <a:r>
              <a:rPr lang="en-GB" sz="1600"/>
              <a:t>May and June show the highest sales — leverage this by launching seasonal winter promotions (e.g., “Winter Warmers” coffee and tea specials).</a:t>
            </a:r>
          </a:p>
          <a:p>
            <a:r>
              <a:rPr lang="en-GB" sz="1600"/>
              <a:t>Consider stocking up on coffee and tea supplies ahead of winter to meet higher demand.</a:t>
            </a:r>
          </a:p>
          <a:p>
            <a:pPr marL="514350" indent="-514350">
              <a:buAutoNum type="arabicPeriod" startAt="2"/>
            </a:pPr>
            <a:r>
              <a:rPr lang="en-GB" sz="1600"/>
              <a:t>Enhance Morning Operations</a:t>
            </a:r>
          </a:p>
          <a:p>
            <a:r>
              <a:rPr lang="en-GB" sz="1600"/>
              <a:t>The morning period generates the most revenue across all stores.</a:t>
            </a:r>
          </a:p>
          <a:p>
            <a:r>
              <a:rPr lang="en-GB" sz="1600"/>
              <a:t>Improve morning service efficiency, staffing, and product availability to maximize sales during these crucial hours.</a:t>
            </a:r>
          </a:p>
          <a:p>
            <a:endParaRPr lang="en-GB" sz="1600"/>
          </a:p>
          <a:p>
            <a:pPr marL="0" indent="0">
              <a:buNone/>
            </a:pPr>
            <a:endParaRPr lang="en-GB" sz="1600"/>
          </a:p>
        </p:txBody>
      </p:sp>
    </p:spTree>
    <p:extLst>
      <p:ext uri="{BB962C8B-B14F-4D97-AF65-F5344CB8AC3E}">
        <p14:creationId xmlns:p14="http://schemas.microsoft.com/office/powerpoint/2010/main" val="829733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27649C-B9FF-E01B-935D-C1DEACA25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reakfast spread">
            <a:extLst>
              <a:ext uri="{FF2B5EF4-FFF2-40B4-BE49-F238E27FC236}">
                <a16:creationId xmlns:a16="http://schemas.microsoft.com/office/drawing/2014/main" id="{A62DDE54-FFBD-5AEC-F6EC-A169BA6DB7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377" r="26964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B3EB2D-9BE2-A54A-0395-A48E55D1B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3400">
                <a:latin typeface="+mn-lt"/>
              </a:rPr>
              <a:t>Conclusions and Recommendations For Bright Coffee Shop 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3EDE3-1ABD-D76D-3300-3F6B8BF5F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GB" sz="1900"/>
              <a:t>Introduce breakfast combos or loyalty rewards for early customers.</a:t>
            </a:r>
          </a:p>
          <a:p>
            <a:pPr marL="0" indent="0">
              <a:buNone/>
            </a:pPr>
            <a:r>
              <a:rPr lang="en-GB" sz="1900"/>
              <a:t>3. Optimize Store Performance</a:t>
            </a:r>
          </a:p>
          <a:p>
            <a:r>
              <a:rPr lang="en-GB" sz="1900"/>
              <a:t>Hell’s Kitchen leads slightly in total revenue, but Astoria and Lower Manhattan show comparable performance.</a:t>
            </a:r>
          </a:p>
          <a:p>
            <a:r>
              <a:rPr lang="en-GB" sz="1900"/>
              <a:t>Use best practices from the top-performing store (e.g., promotions, layout, customer flow) and apply them across all locations.</a:t>
            </a:r>
          </a:p>
          <a:p>
            <a:r>
              <a:rPr lang="en-GB" sz="1900"/>
              <a:t>Explore localised marketing to attract nearby office workers and commuters.</a:t>
            </a:r>
          </a:p>
          <a:p>
            <a:endParaRPr lang="en-GB" sz="1900"/>
          </a:p>
          <a:p>
            <a:pPr marL="0" indent="0">
              <a:buNone/>
            </a:pPr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26921599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231AF-FC05-3DA1-E175-A462EE12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ups of coffee">
            <a:extLst>
              <a:ext uri="{FF2B5EF4-FFF2-40B4-BE49-F238E27FC236}">
                <a16:creationId xmlns:a16="http://schemas.microsoft.com/office/drawing/2014/main" id="{28FB21F1-BB72-27AC-E7D6-A215ABFE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13" r="28228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FF5773-DAAB-F955-51E9-400BBB65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3400">
                <a:latin typeface="+mn-lt"/>
              </a:rPr>
              <a:t>Conclusions and Recommendations For Bright Coffee Shop cont.…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8E2D5-AA57-F804-CA32-E548794D3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400"/>
              <a:t>5.   Expand High-Performing Product Lines</a:t>
            </a:r>
          </a:p>
          <a:p>
            <a:r>
              <a:rPr lang="en-GB" sz="1400"/>
              <a:t>Coffee and Tea contribute over 65% of total revenue, prioritize them in marketing campaigns and seasonal menus.</a:t>
            </a:r>
          </a:p>
          <a:p>
            <a:r>
              <a:rPr lang="en-GB" sz="1400"/>
              <a:t>Upsell bakery items and drinking chocolate, which have solid secondary performance, especially during colder months.</a:t>
            </a:r>
          </a:p>
          <a:p>
            <a:r>
              <a:rPr lang="en-GB" sz="1400"/>
              <a:t>Evaluate low-performing products (e.g., packaged chocolate, loose tea) for menu optimisation or bundling opportunities.</a:t>
            </a:r>
          </a:p>
          <a:p>
            <a:pPr marL="0" indent="0">
              <a:buNone/>
            </a:pPr>
            <a:r>
              <a:rPr lang="en-GB" sz="1400"/>
              <a:t>5. Maintain Weekday Consistency</a:t>
            </a:r>
          </a:p>
          <a:p>
            <a:r>
              <a:rPr lang="en-GB" sz="1400"/>
              <a:t>Revenue remains stable across weekdays, with a slight dip on weekends.</a:t>
            </a:r>
          </a:p>
          <a:p>
            <a:pPr marL="0" indent="0">
              <a:buNone/>
            </a:pP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5088516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E62D6-F421-3EA9-6762-8B021F9FF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AE83F9-E951-49C1-A5FA-0CB9A9D5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3100">
                <a:latin typeface="+mn-lt"/>
              </a:rPr>
              <a:t>Conclusions and Recommendations For Bright Coffee Shop cont.…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F0C861-12E8-948A-28B7-B7FAC57571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64373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7626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1228</Words>
  <Application>Microsoft Office PowerPoint</Application>
  <PresentationFormat>Widescreen</PresentationFormat>
  <Paragraphs>120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Office Theme</vt:lpstr>
      <vt:lpstr>Bright Coffee Shop Analysis</vt:lpstr>
      <vt:lpstr>CONTENTS</vt:lpstr>
      <vt:lpstr>INTRODUCTION</vt:lpstr>
      <vt:lpstr>2.  AIM</vt:lpstr>
      <vt:lpstr>3.  FOCUS</vt:lpstr>
      <vt:lpstr>4.  ANALYSIS BREAKDOWN</vt:lpstr>
      <vt:lpstr>Revenue Analysis by Store cont.….</vt:lpstr>
      <vt:lpstr>Revenue Analysis by Store cont.…</vt:lpstr>
      <vt:lpstr>Revenue Analysis by Store cont.….</vt:lpstr>
      <vt:lpstr>Revenue Analysis by Store cont.….</vt:lpstr>
      <vt:lpstr>Revenue Analysis by Store cont.…</vt:lpstr>
      <vt:lpstr>Revenue Analysis by Store cont.…</vt:lpstr>
      <vt:lpstr>Revenue by Store Analysis cont.…</vt:lpstr>
      <vt:lpstr>Revenue by Store Analysis cont.…</vt:lpstr>
      <vt:lpstr>Insights on Product Sales</vt:lpstr>
      <vt:lpstr>Insights on Product Sales cont.…</vt:lpstr>
      <vt:lpstr>Insights on Product Sales cont.…</vt:lpstr>
      <vt:lpstr>Revenue by Day of Week</vt:lpstr>
      <vt:lpstr>Revenue by Day of Week cont.…</vt:lpstr>
      <vt:lpstr>Revenue by Day of Week cont.…</vt:lpstr>
      <vt:lpstr>Total Revenue vs Quantity Sold</vt:lpstr>
      <vt:lpstr>Total Revenue vs Quantity Sold</vt:lpstr>
      <vt:lpstr>Conclusions and Recommendations For Bright Coffee Shop</vt:lpstr>
      <vt:lpstr>Conclusions and Recommendations For Bright Coffee Shop cont.…</vt:lpstr>
      <vt:lpstr>Conclusions and Recommendations For Bright Coffee Shop cont.…</vt:lpstr>
      <vt:lpstr>Conclusions and Recommendations For Bright Coffee Shop cont.…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Ndivhudzannyi Tshibalo</dc:creator>
  <cp:lastModifiedBy>Ndivhudzannyi Tshibalo</cp:lastModifiedBy>
  <cp:revision>1</cp:revision>
  <dcterms:created xsi:type="dcterms:W3CDTF">2025-10-31T09:17:31Z</dcterms:created>
  <dcterms:modified xsi:type="dcterms:W3CDTF">2025-11-02T14:24:50Z</dcterms:modified>
</cp:coreProperties>
</file>